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Roboto" panose="02000000000000000000" pitchFamily="2" charset="0"/>
      <p:regular r:id="rId9"/>
    </p:embeddedFont>
    <p:embeddedFont>
      <p:font typeface="Roboto Bold" panose="020B0604020202020204" charset="0"/>
      <p:bold r:id="rId10"/>
    </p:embeddedFont>
    <p:embeddedFont>
      <p:font typeface="Roboto Slab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mesh Parmar" userId="83e4f60b6bc2a0ac" providerId="LiveId" clId="{0B7D42D0-D656-4EDD-8C6C-6EBBA33862AD}"/>
    <pc:docChg chg="custSel modSld">
      <pc:chgData name="Dharmesh Parmar" userId="83e4f60b6bc2a0ac" providerId="LiveId" clId="{0B7D42D0-D656-4EDD-8C6C-6EBBA33862AD}" dt="2025-12-03T16:40:10.882" v="1" actId="21"/>
      <pc:docMkLst>
        <pc:docMk/>
      </pc:docMkLst>
      <pc:sldChg chg="delSp modSp mod">
        <pc:chgData name="Dharmesh Parmar" userId="83e4f60b6bc2a0ac" providerId="LiveId" clId="{0B7D42D0-D656-4EDD-8C6C-6EBBA33862AD}" dt="2025-12-03T16:40:10.882" v="1" actId="21"/>
        <pc:sldMkLst>
          <pc:docMk/>
          <pc:sldMk cId="0" sldId="261"/>
        </pc:sldMkLst>
        <pc:spChg chg="del mod">
          <ac:chgData name="Dharmesh Parmar" userId="83e4f60b6bc2a0ac" providerId="LiveId" clId="{0B7D42D0-D656-4EDD-8C6C-6EBBA33862AD}" dt="2025-12-03T16:40:10.882" v="1" actId="21"/>
          <ac:spMkLst>
            <pc:docMk/>
            <pc:sldMk cId="0" sldId="261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28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prepared to answer questions about specific data points or methodology. Mention availability for follow-up meetings if stakeholders want to dive deeper into particular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194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Ecommerce Sales Analysis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771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 | Tools: Python, Excel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952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 2014–2017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00422" y="5379364"/>
            <a:ext cx="282934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Dharmesh Parmar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742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87410"/>
            <a:ext cx="611659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 of This Project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2426375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33" y="2466796"/>
            <a:ext cx="323136" cy="403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0396" y="2426375"/>
            <a:ext cx="345186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sales performance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80396" y="2892147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trends and patterns in sales data across the 3-year period.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80190" y="3694748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33" y="3735169"/>
            <a:ext cx="323136" cy="4039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396" y="3694748"/>
            <a:ext cx="374332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product performance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980396" y="4160520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which categories drive revenue and profitability.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280190" y="4963120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33" y="5003542"/>
            <a:ext cx="323136" cy="403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396" y="4963120"/>
            <a:ext cx="457307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 customer segmentation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980396" y="5428893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buying behaviors across different customer segments.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6280190" y="6231493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1033" y="6271915"/>
            <a:ext cx="323136" cy="40397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80396" y="6231493"/>
            <a:ext cx="31840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Evaluate discounts effect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6980396" y="6697266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how promotional strategies impact the bottom line.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Questions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Impact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451318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vs. profit growth; regional performance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30745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47732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impact; high sales, low profit products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979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3459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&amp; satisfaction correlation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30483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Understanding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49146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trends; top categories; customer segments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6779"/>
            <a:ext cx="50874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Insights &amp; Key Findings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735931"/>
            <a:ext cx="907256" cy="13992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59623" y="191738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Patterns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459623" y="2309693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Q4 spikes across all years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459623" y="2663428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Phones &amp; Chairs lead in revenue generation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135154"/>
            <a:ext cx="907256" cy="13992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9623" y="331660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Behavior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459623" y="3708916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segment dominates total sales volume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459623" y="4062651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&amp; East regions show strongest performance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534376"/>
            <a:ext cx="907256" cy="13992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9623" y="47158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Profitability Factors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459623" y="5108138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discounts correlate with reduced profit margins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459623" y="5461873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Canon copiers show concerning profitability issues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5933599"/>
            <a:ext cx="907256" cy="139922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59623" y="6115050"/>
            <a:ext cx="235672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Satisfaction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7459623" y="6507361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shipping directly improves satisfaction scores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459623" y="6861096"/>
            <a:ext cx="6376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and profit show consistent growth trajectory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6963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Seasonal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 Q4 promotions with targeted campaigns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Pricing Optimization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discounts in 10-30% range for optimal profitability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33331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Operations Improvement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shipping speed for better customer satisfaction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Expansion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strategies for underperforming regional markets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2" y="2413515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07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497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Presented by Dharmesh Parmar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1677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attention and engagement throughout this ecommerce analysis presentation. I hope the insights provided will help drive strategic business decisions.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116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Information: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296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questions, further analysis, or to discuss implementation strategies: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477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Email: dhparmar2119@gmail.com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300</Words>
  <Application>Microsoft Office PowerPoint</Application>
  <PresentationFormat>Custom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 Slab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Dharmesh Parmar</cp:lastModifiedBy>
  <cp:revision>2</cp:revision>
  <dcterms:created xsi:type="dcterms:W3CDTF">2025-04-25T11:11:20Z</dcterms:created>
  <dcterms:modified xsi:type="dcterms:W3CDTF">2025-12-03T16:40:13Z</dcterms:modified>
</cp:coreProperties>
</file>