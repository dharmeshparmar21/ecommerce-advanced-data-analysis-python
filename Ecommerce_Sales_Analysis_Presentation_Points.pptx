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mesh Parmar" userId="83e4f60b6bc2a0ac" providerId="LiveId" clId="{0B7D42D0-D656-4EDD-8C6C-6EBBA33862AD}"/>
    <pc:docChg chg="undo custSel modSld">
      <pc:chgData name="Dharmesh Parmar" userId="83e4f60b6bc2a0ac" providerId="LiveId" clId="{0B7D42D0-D656-4EDD-8C6C-6EBBA33862AD}" dt="2025-12-03T10:17:46.682" v="14" actId="26606"/>
      <pc:docMkLst>
        <pc:docMk/>
      </pc:docMkLst>
      <pc:sldChg chg="addSp modSp mod setBg addAnim">
        <pc:chgData name="Dharmesh Parmar" userId="83e4f60b6bc2a0ac" providerId="LiveId" clId="{0B7D42D0-D656-4EDD-8C6C-6EBBA33862AD}" dt="2025-12-03T10:16:44.847" v="2"/>
        <pc:sldMkLst>
          <pc:docMk/>
          <pc:sldMk cId="0" sldId="256"/>
        </pc:sldMkLst>
        <pc:spChg chg="mod">
          <ac:chgData name="Dharmesh Parmar" userId="83e4f60b6bc2a0ac" providerId="LiveId" clId="{0B7D42D0-D656-4EDD-8C6C-6EBBA33862AD}" dt="2025-12-03T10:16:44.82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harmesh Parmar" userId="83e4f60b6bc2a0ac" providerId="LiveId" clId="{0B7D42D0-D656-4EDD-8C6C-6EBBA33862AD}" dt="2025-12-03T10:16:44.82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Dharmesh Parmar" userId="83e4f60b6bc2a0ac" providerId="LiveId" clId="{0B7D42D0-D656-4EDD-8C6C-6EBBA33862AD}" dt="2025-12-03T10:16:44.823" v="0" actId="26606"/>
          <ac:spMkLst>
            <pc:docMk/>
            <pc:sldMk cId="0" sldId="256"/>
            <ac:spMk id="9" creationId="{9B7AD9F6-8CE7-4299-8FC6-328F4DCD3FF9}"/>
          </ac:spMkLst>
        </pc:spChg>
        <pc:spChg chg="add">
          <ac:chgData name="Dharmesh Parmar" userId="83e4f60b6bc2a0ac" providerId="LiveId" clId="{0B7D42D0-D656-4EDD-8C6C-6EBBA33862AD}" dt="2025-12-03T10:16:44.823" v="0" actId="26606"/>
          <ac:spMkLst>
            <pc:docMk/>
            <pc:sldMk cId="0" sldId="256"/>
            <ac:spMk id="11" creationId="{F49775AF-8896-43EE-92C6-83497D6DC56F}"/>
          </ac:spMkLst>
        </pc:spChg>
        <pc:picChg chg="add">
          <ac:chgData name="Dharmesh Parmar" userId="83e4f60b6bc2a0ac" providerId="LiveId" clId="{0B7D42D0-D656-4EDD-8C6C-6EBBA33862AD}" dt="2025-12-03T10:16:44.823" v="0" actId="26606"/>
          <ac:picMkLst>
            <pc:docMk/>
            <pc:sldMk cId="0" sldId="256"/>
            <ac:picMk id="5" creationId="{DFCBA8E0-FDEB-97D6-7221-1379C866DCD7}"/>
          </ac:picMkLst>
        </pc:picChg>
      </pc:sldChg>
      <pc:sldChg chg="addSp delSp modSp mod setBg">
        <pc:chgData name="Dharmesh Parmar" userId="83e4f60b6bc2a0ac" providerId="LiveId" clId="{0B7D42D0-D656-4EDD-8C6C-6EBBA33862AD}" dt="2025-12-03T10:16:53.557" v="3" actId="26606"/>
        <pc:sldMkLst>
          <pc:docMk/>
          <pc:sldMk cId="0" sldId="257"/>
        </pc:sldMkLst>
        <pc:spChg chg="mod">
          <ac:chgData name="Dharmesh Parmar" userId="83e4f60b6bc2a0ac" providerId="LiveId" clId="{0B7D42D0-D656-4EDD-8C6C-6EBBA33862AD}" dt="2025-12-03T10:16:53.557" v="3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Dharmesh Parmar" userId="83e4f60b6bc2a0ac" providerId="LiveId" clId="{0B7D42D0-D656-4EDD-8C6C-6EBBA33862AD}" dt="2025-12-03T10:16:53.557" v="3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Dharmesh Parmar" userId="83e4f60b6bc2a0ac" providerId="LiveId" clId="{0B7D42D0-D656-4EDD-8C6C-6EBBA33862AD}" dt="2025-12-03T10:16:53.557" v="3" actId="26606"/>
          <ac:spMkLst>
            <pc:docMk/>
            <pc:sldMk cId="0" sldId="257"/>
            <ac:spMk id="9" creationId="{2E442304-DDBD-4F7B-8017-36BCC863FB40}"/>
          </ac:spMkLst>
        </pc:spChg>
        <pc:spChg chg="add">
          <ac:chgData name="Dharmesh Parmar" userId="83e4f60b6bc2a0ac" providerId="LiveId" clId="{0B7D42D0-D656-4EDD-8C6C-6EBBA33862AD}" dt="2025-12-03T10:16:53.557" v="3" actId="26606"/>
          <ac:spMkLst>
            <pc:docMk/>
            <pc:sldMk cId="0" sldId="257"/>
            <ac:spMk id="11" creationId="{5E107275-3853-46FD-A241-DE4355A42675}"/>
          </ac:spMkLst>
        </pc:spChg>
        <pc:graphicFrameChg chg="add">
          <ac:chgData name="Dharmesh Parmar" userId="83e4f60b6bc2a0ac" providerId="LiveId" clId="{0B7D42D0-D656-4EDD-8C6C-6EBBA33862AD}" dt="2025-12-03T10:16:53.557" v="3" actId="26606"/>
          <ac:graphicFrameMkLst>
            <pc:docMk/>
            <pc:sldMk cId="0" sldId="257"/>
            <ac:graphicFrameMk id="5" creationId="{6C571B86-26EA-749B-7DC7-66E0D1F434DB}"/>
          </ac:graphicFrameMkLst>
        </pc:graphicFrameChg>
      </pc:sldChg>
      <pc:sldChg chg="addSp delSp modSp mod setBg">
        <pc:chgData name="Dharmesh Parmar" userId="83e4f60b6bc2a0ac" providerId="LiveId" clId="{0B7D42D0-D656-4EDD-8C6C-6EBBA33862AD}" dt="2025-12-03T10:17:00.186" v="4" actId="26606"/>
        <pc:sldMkLst>
          <pc:docMk/>
          <pc:sldMk cId="0" sldId="258"/>
        </pc:sldMkLst>
        <pc:spChg chg="mod">
          <ac:chgData name="Dharmesh Parmar" userId="83e4f60b6bc2a0ac" providerId="LiveId" clId="{0B7D42D0-D656-4EDD-8C6C-6EBBA33862AD}" dt="2025-12-03T10:17:00.186" v="4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Dharmesh Parmar" userId="83e4f60b6bc2a0ac" providerId="LiveId" clId="{0B7D42D0-D656-4EDD-8C6C-6EBBA33862AD}" dt="2025-12-03T10:17:00.186" v="4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Dharmesh Parmar" userId="83e4f60b6bc2a0ac" providerId="LiveId" clId="{0B7D42D0-D656-4EDD-8C6C-6EBBA33862AD}" dt="2025-12-03T10:17:00.186" v="4" actId="26606"/>
          <ac:spMkLst>
            <pc:docMk/>
            <pc:sldMk cId="0" sldId="258"/>
            <ac:spMk id="9" creationId="{2E442304-DDBD-4F7B-8017-36BCC863FB40}"/>
          </ac:spMkLst>
        </pc:spChg>
        <pc:spChg chg="add">
          <ac:chgData name="Dharmesh Parmar" userId="83e4f60b6bc2a0ac" providerId="LiveId" clId="{0B7D42D0-D656-4EDD-8C6C-6EBBA33862AD}" dt="2025-12-03T10:17:00.186" v="4" actId="26606"/>
          <ac:spMkLst>
            <pc:docMk/>
            <pc:sldMk cId="0" sldId="258"/>
            <ac:spMk id="11" creationId="{5E107275-3853-46FD-A241-DE4355A42675}"/>
          </ac:spMkLst>
        </pc:spChg>
        <pc:graphicFrameChg chg="add">
          <ac:chgData name="Dharmesh Parmar" userId="83e4f60b6bc2a0ac" providerId="LiveId" clId="{0B7D42D0-D656-4EDD-8C6C-6EBBA33862AD}" dt="2025-12-03T10:17:00.186" v="4" actId="26606"/>
          <ac:graphicFrameMkLst>
            <pc:docMk/>
            <pc:sldMk cId="0" sldId="258"/>
            <ac:graphicFrameMk id="5" creationId="{5371A69F-98EB-E0FA-2E9C-437D36F81D88}"/>
          </ac:graphicFrameMkLst>
        </pc:graphicFrameChg>
      </pc:sldChg>
      <pc:sldChg chg="addSp delSp modSp mod setBg">
        <pc:chgData name="Dharmesh Parmar" userId="83e4f60b6bc2a0ac" providerId="LiveId" clId="{0B7D42D0-D656-4EDD-8C6C-6EBBA33862AD}" dt="2025-12-03T10:17:15.848" v="7" actId="26606"/>
        <pc:sldMkLst>
          <pc:docMk/>
          <pc:sldMk cId="0" sldId="259"/>
        </pc:sldMkLst>
        <pc:spChg chg="mod">
          <ac:chgData name="Dharmesh Parmar" userId="83e4f60b6bc2a0ac" providerId="LiveId" clId="{0B7D42D0-D656-4EDD-8C6C-6EBBA33862AD}" dt="2025-12-03T10:17:15.848" v="7" actId="26606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Dharmesh Parmar" userId="83e4f60b6bc2a0ac" providerId="LiveId" clId="{0B7D42D0-D656-4EDD-8C6C-6EBBA33862AD}" dt="2025-12-03T10:17:15.848" v="7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Dharmesh Parmar" userId="83e4f60b6bc2a0ac" providerId="LiveId" clId="{0B7D42D0-D656-4EDD-8C6C-6EBBA33862AD}" dt="2025-12-03T10:17:15.848" v="7" actId="26606"/>
          <ac:spMkLst>
            <pc:docMk/>
            <pc:sldMk cId="0" sldId="259"/>
            <ac:spMk id="9" creationId="{98DED6BC-9A3E-48D4-AD7C-A56D63F547E8}"/>
          </ac:spMkLst>
        </pc:spChg>
        <pc:spChg chg="add del">
          <ac:chgData name="Dharmesh Parmar" userId="83e4f60b6bc2a0ac" providerId="LiveId" clId="{0B7D42D0-D656-4EDD-8C6C-6EBBA33862AD}" dt="2025-12-03T10:17:15.818" v="6" actId="26606"/>
          <ac:spMkLst>
            <pc:docMk/>
            <pc:sldMk cId="0" sldId="259"/>
            <ac:spMk id="10" creationId="{B50AB553-2A96-4A92-96F2-93548E096954}"/>
          </ac:spMkLst>
        </pc:spChg>
        <pc:spChg chg="add">
          <ac:chgData name="Dharmesh Parmar" userId="83e4f60b6bc2a0ac" providerId="LiveId" clId="{0B7D42D0-D656-4EDD-8C6C-6EBBA33862AD}" dt="2025-12-03T10:17:15.848" v="7" actId="26606"/>
          <ac:spMkLst>
            <pc:docMk/>
            <pc:sldMk cId="0" sldId="259"/>
            <ac:spMk id="11" creationId="{6B6E033A-DB2E-49B8-B600-B38E0C280263}"/>
          </ac:spMkLst>
        </pc:spChg>
        <pc:graphicFrameChg chg="add del">
          <ac:chgData name="Dharmesh Parmar" userId="83e4f60b6bc2a0ac" providerId="LiveId" clId="{0B7D42D0-D656-4EDD-8C6C-6EBBA33862AD}" dt="2025-12-03T10:17:15.818" v="6" actId="26606"/>
          <ac:graphicFrameMkLst>
            <pc:docMk/>
            <pc:sldMk cId="0" sldId="259"/>
            <ac:graphicFrameMk id="5" creationId="{A3B4CCF4-A44B-838D-E4F7-1254956B0B3D}"/>
          </ac:graphicFrameMkLst>
        </pc:graphicFrameChg>
        <pc:graphicFrameChg chg="add">
          <ac:chgData name="Dharmesh Parmar" userId="83e4f60b6bc2a0ac" providerId="LiveId" clId="{0B7D42D0-D656-4EDD-8C6C-6EBBA33862AD}" dt="2025-12-03T10:17:15.848" v="7" actId="26606"/>
          <ac:graphicFrameMkLst>
            <pc:docMk/>
            <pc:sldMk cId="0" sldId="259"/>
            <ac:graphicFrameMk id="12" creationId="{0A438C20-738B-C44E-1250-FFDE8F3CC72C}"/>
          </ac:graphicFrameMkLst>
        </pc:graphicFrameChg>
        <pc:picChg chg="add del">
          <ac:chgData name="Dharmesh Parmar" userId="83e4f60b6bc2a0ac" providerId="LiveId" clId="{0B7D42D0-D656-4EDD-8C6C-6EBBA33862AD}" dt="2025-12-03T10:17:15.818" v="6" actId="26606"/>
          <ac:picMkLst>
            <pc:docMk/>
            <pc:sldMk cId="0" sldId="259"/>
            <ac:picMk id="6" creationId="{61CF904B-B1B9-8EAE-538F-E4F55EC2EE5F}"/>
          </ac:picMkLst>
        </pc:picChg>
      </pc:sldChg>
      <pc:sldChg chg="addSp delSp modSp mod setBg">
        <pc:chgData name="Dharmesh Parmar" userId="83e4f60b6bc2a0ac" providerId="LiveId" clId="{0B7D42D0-D656-4EDD-8C6C-6EBBA33862AD}" dt="2025-12-03T10:17:46.682" v="14" actId="26606"/>
        <pc:sldMkLst>
          <pc:docMk/>
          <pc:sldMk cId="0" sldId="260"/>
        </pc:sldMkLst>
        <pc:spChg chg="mod">
          <ac:chgData name="Dharmesh Parmar" userId="83e4f60b6bc2a0ac" providerId="LiveId" clId="{0B7D42D0-D656-4EDD-8C6C-6EBBA33862AD}" dt="2025-12-03T10:17:46.682" v="14" actId="2660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Dharmesh Parmar" userId="83e4f60b6bc2a0ac" providerId="LiveId" clId="{0B7D42D0-D656-4EDD-8C6C-6EBBA33862AD}" dt="2025-12-03T10:17:46.682" v="14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Dharmesh Parmar" userId="83e4f60b6bc2a0ac" providerId="LiveId" clId="{0B7D42D0-D656-4EDD-8C6C-6EBBA33862AD}" dt="2025-12-03T10:17:38.398" v="9" actId="26606"/>
          <ac:spMkLst>
            <pc:docMk/>
            <pc:sldMk cId="0" sldId="260"/>
            <ac:spMk id="8" creationId="{777A147A-9ED8-46B4-8660-1B3C2AA880B5}"/>
          </ac:spMkLst>
        </pc:spChg>
        <pc:spChg chg="add del">
          <ac:chgData name="Dharmesh Parmar" userId="83e4f60b6bc2a0ac" providerId="LiveId" clId="{0B7D42D0-D656-4EDD-8C6C-6EBBA33862AD}" dt="2025-12-03T10:17:42.649" v="11" actId="26606"/>
          <ac:spMkLst>
            <pc:docMk/>
            <pc:sldMk cId="0" sldId="260"/>
            <ac:spMk id="9" creationId="{98DED6BC-9A3E-48D4-AD7C-A56D63F547E8}"/>
          </ac:spMkLst>
        </pc:spChg>
        <pc:spChg chg="add del">
          <ac:chgData name="Dharmesh Parmar" userId="83e4f60b6bc2a0ac" providerId="LiveId" clId="{0B7D42D0-D656-4EDD-8C6C-6EBBA33862AD}" dt="2025-12-03T10:17:38.398" v="9" actId="26606"/>
          <ac:spMkLst>
            <pc:docMk/>
            <pc:sldMk cId="0" sldId="260"/>
            <ac:spMk id="10" creationId="{5D6C15A0-C087-4593-8414-2B4EC1CDC3DE}"/>
          </ac:spMkLst>
        </pc:spChg>
        <pc:spChg chg="add del">
          <ac:chgData name="Dharmesh Parmar" userId="83e4f60b6bc2a0ac" providerId="LiveId" clId="{0B7D42D0-D656-4EDD-8C6C-6EBBA33862AD}" dt="2025-12-03T10:17:42.649" v="11" actId="26606"/>
          <ac:spMkLst>
            <pc:docMk/>
            <pc:sldMk cId="0" sldId="260"/>
            <ac:spMk id="11" creationId="{6B6E033A-DB2E-49B8-B600-B38E0C280263}"/>
          </ac:spMkLst>
        </pc:spChg>
        <pc:spChg chg="add del">
          <ac:chgData name="Dharmesh Parmar" userId="83e4f60b6bc2a0ac" providerId="LiveId" clId="{0B7D42D0-D656-4EDD-8C6C-6EBBA33862AD}" dt="2025-12-03T10:17:46.676" v="13" actId="26606"/>
          <ac:spMkLst>
            <pc:docMk/>
            <pc:sldMk cId="0" sldId="260"/>
            <ac:spMk id="14" creationId="{5C8908E2-EE49-44D2-9428-A28D2312A8D5}"/>
          </ac:spMkLst>
        </pc:spChg>
        <pc:spChg chg="add del">
          <ac:chgData name="Dharmesh Parmar" userId="83e4f60b6bc2a0ac" providerId="LiveId" clId="{0B7D42D0-D656-4EDD-8C6C-6EBBA33862AD}" dt="2025-12-03T10:17:46.676" v="13" actId="26606"/>
          <ac:spMkLst>
            <pc:docMk/>
            <pc:sldMk cId="0" sldId="260"/>
            <ac:spMk id="15" creationId="{7449A6C7-D15F-4AA5-BFA5-71A404B47016}"/>
          </ac:spMkLst>
        </pc:spChg>
        <pc:spChg chg="add del">
          <ac:chgData name="Dharmesh Parmar" userId="83e4f60b6bc2a0ac" providerId="LiveId" clId="{0B7D42D0-D656-4EDD-8C6C-6EBBA33862AD}" dt="2025-12-03T10:17:46.676" v="13" actId="26606"/>
          <ac:spMkLst>
            <pc:docMk/>
            <pc:sldMk cId="0" sldId="260"/>
            <ac:spMk id="17" creationId="{ED888B23-07FA-482A-96DF-47E31AF1A603}"/>
          </ac:spMkLst>
        </pc:spChg>
        <pc:spChg chg="add">
          <ac:chgData name="Dharmesh Parmar" userId="83e4f60b6bc2a0ac" providerId="LiveId" clId="{0B7D42D0-D656-4EDD-8C6C-6EBBA33862AD}" dt="2025-12-03T10:17:46.682" v="14" actId="26606"/>
          <ac:spMkLst>
            <pc:docMk/>
            <pc:sldMk cId="0" sldId="260"/>
            <ac:spMk id="20" creationId="{777A147A-9ED8-46B4-8660-1B3C2AA880B5}"/>
          </ac:spMkLst>
        </pc:spChg>
        <pc:spChg chg="add">
          <ac:chgData name="Dharmesh Parmar" userId="83e4f60b6bc2a0ac" providerId="LiveId" clId="{0B7D42D0-D656-4EDD-8C6C-6EBBA33862AD}" dt="2025-12-03T10:17:46.682" v="14" actId="26606"/>
          <ac:spMkLst>
            <pc:docMk/>
            <pc:sldMk cId="0" sldId="260"/>
            <ac:spMk id="21" creationId="{5D6C15A0-C087-4593-8414-2B4EC1CDC3DE}"/>
          </ac:spMkLst>
        </pc:spChg>
        <pc:spChg chg="add">
          <ac:chgData name="Dharmesh Parmar" userId="83e4f60b6bc2a0ac" providerId="LiveId" clId="{0B7D42D0-D656-4EDD-8C6C-6EBBA33862AD}" dt="2025-12-03T10:17:46.682" v="14" actId="26606"/>
          <ac:spMkLst>
            <pc:docMk/>
            <pc:sldMk cId="0" sldId="260"/>
            <ac:spMk id="22" creationId="{00000000-0000-0000-0000-000000000000}"/>
          </ac:spMkLst>
        </pc:spChg>
        <pc:grpChg chg="add del">
          <ac:chgData name="Dharmesh Parmar" userId="83e4f60b6bc2a0ac" providerId="LiveId" clId="{0B7D42D0-D656-4EDD-8C6C-6EBBA33862AD}" dt="2025-12-03T10:17:46.676" v="13" actId="26606"/>
          <ac:grpSpMkLst>
            <pc:docMk/>
            <pc:sldMk cId="0" sldId="260"/>
            <ac:grpSpMk id="16" creationId="{05314994-6337-4875-8CF5-652CAFE8342C}"/>
          </ac:grpSpMkLst>
        </pc:grpChg>
        <pc:graphicFrameChg chg="add del">
          <ac:chgData name="Dharmesh Parmar" userId="83e4f60b6bc2a0ac" providerId="LiveId" clId="{0B7D42D0-D656-4EDD-8C6C-6EBBA33862AD}" dt="2025-12-03T10:17:42.649" v="11" actId="26606"/>
          <ac:graphicFrameMkLst>
            <pc:docMk/>
            <pc:sldMk cId="0" sldId="260"/>
            <ac:graphicFrameMk id="5" creationId="{2132B106-27BB-53F4-964F-A4306BD9FB4E}"/>
          </ac:graphicFrameMkLst>
        </pc:graphicFrameChg>
        <pc:graphicFrameChg chg="add del">
          <ac:chgData name="Dharmesh Parmar" userId="83e4f60b6bc2a0ac" providerId="LiveId" clId="{0B7D42D0-D656-4EDD-8C6C-6EBBA33862AD}" dt="2025-12-03T10:17:46.676" v="13" actId="26606"/>
          <ac:graphicFrameMkLst>
            <pc:docMk/>
            <pc:sldMk cId="0" sldId="260"/>
            <ac:graphicFrameMk id="18" creationId="{D9E6F167-8ED1-399A-1049-4744BE3A702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814B94-2927-4610-87E1-BD34635D5E1C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AC3A3D-4FB9-4F1C-AB2B-26EBE793FB37}">
      <dgm:prSet/>
      <dgm:spPr/>
      <dgm:t>
        <a:bodyPr/>
        <a:lstStyle/>
        <a:p>
          <a:r>
            <a:rPr lang="en-US"/>
            <a:t>Analyze</a:t>
          </a:r>
        </a:p>
      </dgm:t>
    </dgm:pt>
    <dgm:pt modelId="{F1A86E25-F56E-48EA-9371-7A2A09CB2BD1}" type="parTrans" cxnId="{B547E51C-623C-46A3-ACF3-D5EDE8D3A2AC}">
      <dgm:prSet/>
      <dgm:spPr/>
      <dgm:t>
        <a:bodyPr/>
        <a:lstStyle/>
        <a:p>
          <a:endParaRPr lang="en-US"/>
        </a:p>
      </dgm:t>
    </dgm:pt>
    <dgm:pt modelId="{E236D009-DC76-473E-BC36-903E8095825C}" type="sibTrans" cxnId="{B547E51C-623C-46A3-ACF3-D5EDE8D3A2AC}">
      <dgm:prSet/>
      <dgm:spPr/>
      <dgm:t>
        <a:bodyPr/>
        <a:lstStyle/>
        <a:p>
          <a:endParaRPr lang="en-US"/>
        </a:p>
      </dgm:t>
    </dgm:pt>
    <dgm:pt modelId="{9658963B-B0C4-4A0E-AD42-286AAAE0F7BD}">
      <dgm:prSet/>
      <dgm:spPr/>
      <dgm:t>
        <a:bodyPr/>
        <a:lstStyle/>
        <a:p>
          <a:r>
            <a:rPr lang="en-US"/>
            <a:t>- Analyze sales performance</a:t>
          </a:r>
        </a:p>
      </dgm:t>
    </dgm:pt>
    <dgm:pt modelId="{9C6B57D3-D1AF-4DE3-A2B4-AA5168688528}" type="parTrans" cxnId="{87A908AA-9DDC-4131-B797-780722FFDF57}">
      <dgm:prSet/>
      <dgm:spPr/>
      <dgm:t>
        <a:bodyPr/>
        <a:lstStyle/>
        <a:p>
          <a:endParaRPr lang="en-US"/>
        </a:p>
      </dgm:t>
    </dgm:pt>
    <dgm:pt modelId="{296EFA1D-A441-4065-97FD-61587D2CB450}" type="sibTrans" cxnId="{87A908AA-9DDC-4131-B797-780722FFDF57}">
      <dgm:prSet/>
      <dgm:spPr/>
      <dgm:t>
        <a:bodyPr/>
        <a:lstStyle/>
        <a:p>
          <a:endParaRPr lang="en-US"/>
        </a:p>
      </dgm:t>
    </dgm:pt>
    <dgm:pt modelId="{3EB62D4C-14B5-4DD0-B2BF-E19E4CAC41F1}">
      <dgm:prSet/>
      <dgm:spPr/>
      <dgm:t>
        <a:bodyPr/>
        <a:lstStyle/>
        <a:p>
          <a:r>
            <a:rPr lang="en-US"/>
            <a:t>Identify</a:t>
          </a:r>
        </a:p>
      </dgm:t>
    </dgm:pt>
    <dgm:pt modelId="{58899717-7EB3-4C79-82F4-BA9A4F2DB03B}" type="parTrans" cxnId="{A71B0CB9-D2D6-40E9-83CE-4DBC13234E4D}">
      <dgm:prSet/>
      <dgm:spPr/>
      <dgm:t>
        <a:bodyPr/>
        <a:lstStyle/>
        <a:p>
          <a:endParaRPr lang="en-US"/>
        </a:p>
      </dgm:t>
    </dgm:pt>
    <dgm:pt modelId="{E4DB9048-2B85-4F7E-8575-E9D18F20C3C7}" type="sibTrans" cxnId="{A71B0CB9-D2D6-40E9-83CE-4DBC13234E4D}">
      <dgm:prSet/>
      <dgm:spPr/>
      <dgm:t>
        <a:bodyPr/>
        <a:lstStyle/>
        <a:p>
          <a:endParaRPr lang="en-US"/>
        </a:p>
      </dgm:t>
    </dgm:pt>
    <dgm:pt modelId="{C1A6AEA9-77C7-485C-A30E-100CEF5D1FB0}">
      <dgm:prSet/>
      <dgm:spPr/>
      <dgm:t>
        <a:bodyPr/>
        <a:lstStyle/>
        <a:p>
          <a:r>
            <a:rPr lang="en-US"/>
            <a:t>- Identify product performance</a:t>
          </a:r>
        </a:p>
      </dgm:t>
    </dgm:pt>
    <dgm:pt modelId="{D7ED9AB3-A97A-4934-9606-CFB9BF6297AD}" type="parTrans" cxnId="{E4BDA413-C916-4C10-962F-24C407370ADA}">
      <dgm:prSet/>
      <dgm:spPr/>
      <dgm:t>
        <a:bodyPr/>
        <a:lstStyle/>
        <a:p>
          <a:endParaRPr lang="en-US"/>
        </a:p>
      </dgm:t>
    </dgm:pt>
    <dgm:pt modelId="{DB2020C9-4E4F-42D9-B0B6-82FACD999FE9}" type="sibTrans" cxnId="{E4BDA413-C916-4C10-962F-24C407370ADA}">
      <dgm:prSet/>
      <dgm:spPr/>
      <dgm:t>
        <a:bodyPr/>
        <a:lstStyle/>
        <a:p>
          <a:endParaRPr lang="en-US"/>
        </a:p>
      </dgm:t>
    </dgm:pt>
    <dgm:pt modelId="{9F3EDD83-E177-464C-902D-75388D57228A}">
      <dgm:prSet/>
      <dgm:spPr/>
      <dgm:t>
        <a:bodyPr/>
        <a:lstStyle/>
        <a:p>
          <a:r>
            <a:rPr lang="en-US"/>
            <a:t>Understand</a:t>
          </a:r>
        </a:p>
      </dgm:t>
    </dgm:pt>
    <dgm:pt modelId="{B0CA1B25-403D-4ABF-99E9-7AF10508C4DD}" type="parTrans" cxnId="{B26C9DFB-66D2-4796-9867-F6F1EEFB359E}">
      <dgm:prSet/>
      <dgm:spPr/>
      <dgm:t>
        <a:bodyPr/>
        <a:lstStyle/>
        <a:p>
          <a:endParaRPr lang="en-US"/>
        </a:p>
      </dgm:t>
    </dgm:pt>
    <dgm:pt modelId="{65EC9C0A-260D-4A3C-81A1-A2F391F082E8}" type="sibTrans" cxnId="{B26C9DFB-66D2-4796-9867-F6F1EEFB359E}">
      <dgm:prSet/>
      <dgm:spPr/>
      <dgm:t>
        <a:bodyPr/>
        <a:lstStyle/>
        <a:p>
          <a:endParaRPr lang="en-US"/>
        </a:p>
      </dgm:t>
    </dgm:pt>
    <dgm:pt modelId="{008E06F0-D57A-4836-BA94-04479C23CE75}">
      <dgm:prSet/>
      <dgm:spPr/>
      <dgm:t>
        <a:bodyPr/>
        <a:lstStyle/>
        <a:p>
          <a:r>
            <a:rPr lang="en-US"/>
            <a:t>- Understand customer segmentation</a:t>
          </a:r>
        </a:p>
      </dgm:t>
    </dgm:pt>
    <dgm:pt modelId="{30F27506-6F5D-4CE8-BD6D-45EE18066DA1}" type="parTrans" cxnId="{04190D0F-E466-44F1-A563-5704CA8EAF43}">
      <dgm:prSet/>
      <dgm:spPr/>
      <dgm:t>
        <a:bodyPr/>
        <a:lstStyle/>
        <a:p>
          <a:endParaRPr lang="en-US"/>
        </a:p>
      </dgm:t>
    </dgm:pt>
    <dgm:pt modelId="{2CA0B423-8851-4D0B-9634-501B5E3B7F90}" type="sibTrans" cxnId="{04190D0F-E466-44F1-A563-5704CA8EAF43}">
      <dgm:prSet/>
      <dgm:spPr/>
      <dgm:t>
        <a:bodyPr/>
        <a:lstStyle/>
        <a:p>
          <a:endParaRPr lang="en-US"/>
        </a:p>
      </dgm:t>
    </dgm:pt>
    <dgm:pt modelId="{2CD78653-3552-47A3-B353-FBF5880ECC9D}">
      <dgm:prSet/>
      <dgm:spPr/>
      <dgm:t>
        <a:bodyPr/>
        <a:lstStyle/>
        <a:p>
          <a:r>
            <a:rPr lang="en-US"/>
            <a:t>Evaluate</a:t>
          </a:r>
        </a:p>
      </dgm:t>
    </dgm:pt>
    <dgm:pt modelId="{B3071347-8CA1-4753-A311-D17E9E19BB44}" type="parTrans" cxnId="{FE3294DA-D422-4AAA-AEF7-2DDF95EDAB8C}">
      <dgm:prSet/>
      <dgm:spPr/>
      <dgm:t>
        <a:bodyPr/>
        <a:lstStyle/>
        <a:p>
          <a:endParaRPr lang="en-US"/>
        </a:p>
      </dgm:t>
    </dgm:pt>
    <dgm:pt modelId="{90B581EB-5504-4700-9222-C851B2701575}" type="sibTrans" cxnId="{FE3294DA-D422-4AAA-AEF7-2DDF95EDAB8C}">
      <dgm:prSet/>
      <dgm:spPr/>
      <dgm:t>
        <a:bodyPr/>
        <a:lstStyle/>
        <a:p>
          <a:endParaRPr lang="en-US"/>
        </a:p>
      </dgm:t>
    </dgm:pt>
    <dgm:pt modelId="{5A663EE6-CC9E-4A36-8F0E-0EA1D9CBF10C}">
      <dgm:prSet/>
      <dgm:spPr/>
      <dgm:t>
        <a:bodyPr/>
        <a:lstStyle/>
        <a:p>
          <a:r>
            <a:rPr lang="en-US"/>
            <a:t>- Evaluate discounts effect</a:t>
          </a:r>
        </a:p>
      </dgm:t>
    </dgm:pt>
    <dgm:pt modelId="{9A19BBAC-4D84-4222-8FDF-20F64F923DCC}" type="parTrans" cxnId="{AA93145F-4879-4966-838F-2B76CDE4709E}">
      <dgm:prSet/>
      <dgm:spPr/>
      <dgm:t>
        <a:bodyPr/>
        <a:lstStyle/>
        <a:p>
          <a:endParaRPr lang="en-US"/>
        </a:p>
      </dgm:t>
    </dgm:pt>
    <dgm:pt modelId="{A1350C5F-3208-49E8-A0F7-A80B584E2465}" type="sibTrans" cxnId="{AA93145F-4879-4966-838F-2B76CDE4709E}">
      <dgm:prSet/>
      <dgm:spPr/>
      <dgm:t>
        <a:bodyPr/>
        <a:lstStyle/>
        <a:p>
          <a:endParaRPr lang="en-US"/>
        </a:p>
      </dgm:t>
    </dgm:pt>
    <dgm:pt modelId="{26592E66-27A6-4888-A680-B951BA55CF5D}">
      <dgm:prSet/>
      <dgm:spPr/>
      <dgm:t>
        <a:bodyPr/>
        <a:lstStyle/>
        <a:p>
          <a:r>
            <a:rPr lang="en-US"/>
            <a:t>Examine</a:t>
          </a:r>
        </a:p>
      </dgm:t>
    </dgm:pt>
    <dgm:pt modelId="{9E870FF3-35F3-4E67-8551-D3D2983CB4D3}" type="parTrans" cxnId="{54F725CC-68D5-4526-88D9-3163DA6B1DC6}">
      <dgm:prSet/>
      <dgm:spPr/>
      <dgm:t>
        <a:bodyPr/>
        <a:lstStyle/>
        <a:p>
          <a:endParaRPr lang="en-US"/>
        </a:p>
      </dgm:t>
    </dgm:pt>
    <dgm:pt modelId="{038D81C7-445D-40B9-A55C-DB931288D323}" type="sibTrans" cxnId="{54F725CC-68D5-4526-88D9-3163DA6B1DC6}">
      <dgm:prSet/>
      <dgm:spPr/>
      <dgm:t>
        <a:bodyPr/>
        <a:lstStyle/>
        <a:p>
          <a:endParaRPr lang="en-US"/>
        </a:p>
      </dgm:t>
    </dgm:pt>
    <dgm:pt modelId="{E39752DC-1CD3-4D77-BB40-F9D4B208202F}">
      <dgm:prSet/>
      <dgm:spPr/>
      <dgm:t>
        <a:bodyPr/>
        <a:lstStyle/>
        <a:p>
          <a:r>
            <a:rPr lang="en-US"/>
            <a:t>- Examine shipping &amp; satisfaction</a:t>
          </a:r>
        </a:p>
      </dgm:t>
    </dgm:pt>
    <dgm:pt modelId="{69F0B2DE-2FA1-49CF-B1CA-72B9512D8CD4}" type="parTrans" cxnId="{67EA920A-6378-489F-A15B-762B892A30DF}">
      <dgm:prSet/>
      <dgm:spPr/>
      <dgm:t>
        <a:bodyPr/>
        <a:lstStyle/>
        <a:p>
          <a:endParaRPr lang="en-US"/>
        </a:p>
      </dgm:t>
    </dgm:pt>
    <dgm:pt modelId="{4BFEB5DD-F165-484A-B248-0984AD491814}" type="sibTrans" cxnId="{67EA920A-6378-489F-A15B-762B892A30DF}">
      <dgm:prSet/>
      <dgm:spPr/>
      <dgm:t>
        <a:bodyPr/>
        <a:lstStyle/>
        <a:p>
          <a:endParaRPr lang="en-US"/>
        </a:p>
      </dgm:t>
    </dgm:pt>
    <dgm:pt modelId="{A295A1A7-9EDC-4BAF-B207-4E5169AB5B00}">
      <dgm:prSet/>
      <dgm:spPr/>
      <dgm:t>
        <a:bodyPr/>
        <a:lstStyle/>
        <a:p>
          <a:r>
            <a:rPr lang="en-US"/>
            <a:t>Deliver</a:t>
          </a:r>
        </a:p>
      </dgm:t>
    </dgm:pt>
    <dgm:pt modelId="{0A980D77-9473-48B5-8FED-922139A2D270}" type="parTrans" cxnId="{D2CAEE31-2A5B-4E63-A3B3-8D59BEC64C93}">
      <dgm:prSet/>
      <dgm:spPr/>
      <dgm:t>
        <a:bodyPr/>
        <a:lstStyle/>
        <a:p>
          <a:endParaRPr lang="en-US"/>
        </a:p>
      </dgm:t>
    </dgm:pt>
    <dgm:pt modelId="{95530577-6287-476C-A674-F5CC69C70E17}" type="sibTrans" cxnId="{D2CAEE31-2A5B-4E63-A3B3-8D59BEC64C93}">
      <dgm:prSet/>
      <dgm:spPr/>
      <dgm:t>
        <a:bodyPr/>
        <a:lstStyle/>
        <a:p>
          <a:endParaRPr lang="en-US"/>
        </a:p>
      </dgm:t>
    </dgm:pt>
    <dgm:pt modelId="{BF84D7B4-C165-4EA6-9723-1277695BCCA7}">
      <dgm:prSet/>
      <dgm:spPr/>
      <dgm:t>
        <a:bodyPr/>
        <a:lstStyle/>
        <a:p>
          <a:r>
            <a:rPr lang="en-US"/>
            <a:t>- Deliver actionable recommendations</a:t>
          </a:r>
        </a:p>
      </dgm:t>
    </dgm:pt>
    <dgm:pt modelId="{63677735-D367-4B32-9D93-883DF2FCBB18}" type="parTrans" cxnId="{E05651D0-743B-4741-95EA-C402421B4ADE}">
      <dgm:prSet/>
      <dgm:spPr/>
      <dgm:t>
        <a:bodyPr/>
        <a:lstStyle/>
        <a:p>
          <a:endParaRPr lang="en-US"/>
        </a:p>
      </dgm:t>
    </dgm:pt>
    <dgm:pt modelId="{EB3EABC9-959C-48B9-9AF0-3D381E1217E7}" type="sibTrans" cxnId="{E05651D0-743B-4741-95EA-C402421B4ADE}">
      <dgm:prSet/>
      <dgm:spPr/>
      <dgm:t>
        <a:bodyPr/>
        <a:lstStyle/>
        <a:p>
          <a:endParaRPr lang="en-US"/>
        </a:p>
      </dgm:t>
    </dgm:pt>
    <dgm:pt modelId="{F65BE305-D797-46BD-BCC0-B656A57A9547}" type="pres">
      <dgm:prSet presAssocID="{1C814B94-2927-4610-87E1-BD34635D5E1C}" presName="Name0" presStyleCnt="0">
        <dgm:presLayoutVars>
          <dgm:dir/>
          <dgm:animLvl val="lvl"/>
          <dgm:resizeHandles val="exact"/>
        </dgm:presLayoutVars>
      </dgm:prSet>
      <dgm:spPr/>
    </dgm:pt>
    <dgm:pt modelId="{AAEE2ADB-04B8-4251-B2CA-CFE598FA197B}" type="pres">
      <dgm:prSet presAssocID="{A295A1A7-9EDC-4BAF-B207-4E5169AB5B00}" presName="boxAndChildren" presStyleCnt="0"/>
      <dgm:spPr/>
    </dgm:pt>
    <dgm:pt modelId="{C6AC474E-5A2C-4770-A0C6-0CA7F1C4E134}" type="pres">
      <dgm:prSet presAssocID="{A295A1A7-9EDC-4BAF-B207-4E5169AB5B00}" presName="parentTextBox" presStyleLbl="alignNode1" presStyleIdx="0" presStyleCnt="6"/>
      <dgm:spPr/>
    </dgm:pt>
    <dgm:pt modelId="{31F4E829-FCD3-4679-8A48-DAEF97EAEE5A}" type="pres">
      <dgm:prSet presAssocID="{A295A1A7-9EDC-4BAF-B207-4E5169AB5B00}" presName="descendantBox" presStyleLbl="bgAccFollowNode1" presStyleIdx="0" presStyleCnt="6"/>
      <dgm:spPr/>
    </dgm:pt>
    <dgm:pt modelId="{FFB1A507-85B7-4D49-BF24-B9C455421C40}" type="pres">
      <dgm:prSet presAssocID="{038D81C7-445D-40B9-A55C-DB931288D323}" presName="sp" presStyleCnt="0"/>
      <dgm:spPr/>
    </dgm:pt>
    <dgm:pt modelId="{9CF04204-4078-422D-8C79-E5C721D819CF}" type="pres">
      <dgm:prSet presAssocID="{26592E66-27A6-4888-A680-B951BA55CF5D}" presName="arrowAndChildren" presStyleCnt="0"/>
      <dgm:spPr/>
    </dgm:pt>
    <dgm:pt modelId="{BA6282A2-62EF-49BD-9DA0-887135563E75}" type="pres">
      <dgm:prSet presAssocID="{26592E66-27A6-4888-A680-B951BA55CF5D}" presName="parentTextArrow" presStyleLbl="node1" presStyleIdx="0" presStyleCnt="0"/>
      <dgm:spPr/>
    </dgm:pt>
    <dgm:pt modelId="{7EFE7931-E2BF-4009-BBA0-E1A0F9219490}" type="pres">
      <dgm:prSet presAssocID="{26592E66-27A6-4888-A680-B951BA55CF5D}" presName="arrow" presStyleLbl="alignNode1" presStyleIdx="1" presStyleCnt="6"/>
      <dgm:spPr/>
    </dgm:pt>
    <dgm:pt modelId="{6E095CE9-FD05-4B0C-BB48-B7E20F4CE707}" type="pres">
      <dgm:prSet presAssocID="{26592E66-27A6-4888-A680-B951BA55CF5D}" presName="descendantArrow" presStyleLbl="bgAccFollowNode1" presStyleIdx="1" presStyleCnt="6"/>
      <dgm:spPr/>
    </dgm:pt>
    <dgm:pt modelId="{AA64E782-7D36-4957-A83B-819EF7082595}" type="pres">
      <dgm:prSet presAssocID="{90B581EB-5504-4700-9222-C851B2701575}" presName="sp" presStyleCnt="0"/>
      <dgm:spPr/>
    </dgm:pt>
    <dgm:pt modelId="{3C7A4278-2C5D-4522-AC0D-218C6CA1B2A8}" type="pres">
      <dgm:prSet presAssocID="{2CD78653-3552-47A3-B353-FBF5880ECC9D}" presName="arrowAndChildren" presStyleCnt="0"/>
      <dgm:spPr/>
    </dgm:pt>
    <dgm:pt modelId="{1A8AE3C9-B640-4690-9CFF-7EBD45BB55AC}" type="pres">
      <dgm:prSet presAssocID="{2CD78653-3552-47A3-B353-FBF5880ECC9D}" presName="parentTextArrow" presStyleLbl="node1" presStyleIdx="0" presStyleCnt="0"/>
      <dgm:spPr/>
    </dgm:pt>
    <dgm:pt modelId="{E7B10014-C0D9-42B8-8187-5DCFE60E33AA}" type="pres">
      <dgm:prSet presAssocID="{2CD78653-3552-47A3-B353-FBF5880ECC9D}" presName="arrow" presStyleLbl="alignNode1" presStyleIdx="2" presStyleCnt="6"/>
      <dgm:spPr/>
    </dgm:pt>
    <dgm:pt modelId="{1C74C24E-7C11-4C37-B98A-04C24C9F0ADA}" type="pres">
      <dgm:prSet presAssocID="{2CD78653-3552-47A3-B353-FBF5880ECC9D}" presName="descendantArrow" presStyleLbl="bgAccFollowNode1" presStyleIdx="2" presStyleCnt="6"/>
      <dgm:spPr/>
    </dgm:pt>
    <dgm:pt modelId="{488C09C8-5A2A-46A2-8D22-98752F2AC5AE}" type="pres">
      <dgm:prSet presAssocID="{65EC9C0A-260D-4A3C-81A1-A2F391F082E8}" presName="sp" presStyleCnt="0"/>
      <dgm:spPr/>
    </dgm:pt>
    <dgm:pt modelId="{2100F8BB-6322-45BC-9E4B-73494DB4B20B}" type="pres">
      <dgm:prSet presAssocID="{9F3EDD83-E177-464C-902D-75388D57228A}" presName="arrowAndChildren" presStyleCnt="0"/>
      <dgm:spPr/>
    </dgm:pt>
    <dgm:pt modelId="{DB75D7B7-DB4A-46B2-8ED5-29F129529751}" type="pres">
      <dgm:prSet presAssocID="{9F3EDD83-E177-464C-902D-75388D57228A}" presName="parentTextArrow" presStyleLbl="node1" presStyleIdx="0" presStyleCnt="0"/>
      <dgm:spPr/>
    </dgm:pt>
    <dgm:pt modelId="{9A697905-6F92-43E3-88B8-850CD3A50FBA}" type="pres">
      <dgm:prSet presAssocID="{9F3EDD83-E177-464C-902D-75388D57228A}" presName="arrow" presStyleLbl="alignNode1" presStyleIdx="3" presStyleCnt="6"/>
      <dgm:spPr/>
    </dgm:pt>
    <dgm:pt modelId="{A769D618-1133-45CA-8AC5-2FBC00732111}" type="pres">
      <dgm:prSet presAssocID="{9F3EDD83-E177-464C-902D-75388D57228A}" presName="descendantArrow" presStyleLbl="bgAccFollowNode1" presStyleIdx="3" presStyleCnt="6"/>
      <dgm:spPr/>
    </dgm:pt>
    <dgm:pt modelId="{FE65BBBC-905A-452A-8A4F-5D2D05864C91}" type="pres">
      <dgm:prSet presAssocID="{E4DB9048-2B85-4F7E-8575-E9D18F20C3C7}" presName="sp" presStyleCnt="0"/>
      <dgm:spPr/>
    </dgm:pt>
    <dgm:pt modelId="{D987FF2A-43D6-46E3-A3DA-D705B5B26D82}" type="pres">
      <dgm:prSet presAssocID="{3EB62D4C-14B5-4DD0-B2BF-E19E4CAC41F1}" presName="arrowAndChildren" presStyleCnt="0"/>
      <dgm:spPr/>
    </dgm:pt>
    <dgm:pt modelId="{8E7B1AA6-68C8-42FE-923E-B47FCB82BB0F}" type="pres">
      <dgm:prSet presAssocID="{3EB62D4C-14B5-4DD0-B2BF-E19E4CAC41F1}" presName="parentTextArrow" presStyleLbl="node1" presStyleIdx="0" presStyleCnt="0"/>
      <dgm:spPr/>
    </dgm:pt>
    <dgm:pt modelId="{29C8E915-B502-4C2A-B5D1-FECDE8BFAC2D}" type="pres">
      <dgm:prSet presAssocID="{3EB62D4C-14B5-4DD0-B2BF-E19E4CAC41F1}" presName="arrow" presStyleLbl="alignNode1" presStyleIdx="4" presStyleCnt="6"/>
      <dgm:spPr/>
    </dgm:pt>
    <dgm:pt modelId="{370DF131-249A-48DE-A4C6-55B29B70CF1B}" type="pres">
      <dgm:prSet presAssocID="{3EB62D4C-14B5-4DD0-B2BF-E19E4CAC41F1}" presName="descendantArrow" presStyleLbl="bgAccFollowNode1" presStyleIdx="4" presStyleCnt="6"/>
      <dgm:spPr/>
    </dgm:pt>
    <dgm:pt modelId="{F382F048-223A-468D-827F-7C76F392A9BC}" type="pres">
      <dgm:prSet presAssocID="{E236D009-DC76-473E-BC36-903E8095825C}" presName="sp" presStyleCnt="0"/>
      <dgm:spPr/>
    </dgm:pt>
    <dgm:pt modelId="{C110AE3D-3A14-4D4B-BD0B-373053C9B05A}" type="pres">
      <dgm:prSet presAssocID="{ADAC3A3D-4FB9-4F1C-AB2B-26EBE793FB37}" presName="arrowAndChildren" presStyleCnt="0"/>
      <dgm:spPr/>
    </dgm:pt>
    <dgm:pt modelId="{14BF6D70-279D-43C6-AA06-D4ADF1B7C5EA}" type="pres">
      <dgm:prSet presAssocID="{ADAC3A3D-4FB9-4F1C-AB2B-26EBE793FB37}" presName="parentTextArrow" presStyleLbl="node1" presStyleIdx="0" presStyleCnt="0"/>
      <dgm:spPr/>
    </dgm:pt>
    <dgm:pt modelId="{EC5D47E1-C6D8-40DE-BAF4-FE3117C5C4D8}" type="pres">
      <dgm:prSet presAssocID="{ADAC3A3D-4FB9-4F1C-AB2B-26EBE793FB37}" presName="arrow" presStyleLbl="alignNode1" presStyleIdx="5" presStyleCnt="6"/>
      <dgm:spPr/>
    </dgm:pt>
    <dgm:pt modelId="{AD2464DD-6A35-45FE-96EE-9B35E19FC997}" type="pres">
      <dgm:prSet presAssocID="{ADAC3A3D-4FB9-4F1C-AB2B-26EBE793FB37}" presName="descendantArrow" presStyleLbl="bgAccFollowNode1" presStyleIdx="5" presStyleCnt="6"/>
      <dgm:spPr/>
    </dgm:pt>
  </dgm:ptLst>
  <dgm:cxnLst>
    <dgm:cxn modelId="{67EA920A-6378-489F-A15B-762B892A30DF}" srcId="{26592E66-27A6-4888-A680-B951BA55CF5D}" destId="{E39752DC-1CD3-4D77-BB40-F9D4B208202F}" srcOrd="0" destOrd="0" parTransId="{69F0B2DE-2FA1-49CF-B1CA-72B9512D8CD4}" sibTransId="{4BFEB5DD-F165-484A-B248-0984AD491814}"/>
    <dgm:cxn modelId="{04190D0F-E466-44F1-A563-5704CA8EAF43}" srcId="{9F3EDD83-E177-464C-902D-75388D57228A}" destId="{008E06F0-D57A-4836-BA94-04479C23CE75}" srcOrd="0" destOrd="0" parTransId="{30F27506-6F5D-4CE8-BD6D-45EE18066DA1}" sibTransId="{2CA0B423-8851-4D0B-9634-501B5E3B7F90}"/>
    <dgm:cxn modelId="{E4BDA413-C916-4C10-962F-24C407370ADA}" srcId="{3EB62D4C-14B5-4DD0-B2BF-E19E4CAC41F1}" destId="{C1A6AEA9-77C7-485C-A30E-100CEF5D1FB0}" srcOrd="0" destOrd="0" parTransId="{D7ED9AB3-A97A-4934-9606-CFB9BF6297AD}" sibTransId="{DB2020C9-4E4F-42D9-B0B6-82FACD999FE9}"/>
    <dgm:cxn modelId="{F1CBF31B-FB19-44EF-BCD5-A1D46693E34F}" type="presOf" srcId="{26592E66-27A6-4888-A680-B951BA55CF5D}" destId="{7EFE7931-E2BF-4009-BBA0-E1A0F9219490}" srcOrd="1" destOrd="0" presId="urn:microsoft.com/office/officeart/2016/7/layout/VerticalDownArrowProcess"/>
    <dgm:cxn modelId="{DF36C01C-2E88-4887-818A-55FA7CFE1E20}" type="presOf" srcId="{ADAC3A3D-4FB9-4F1C-AB2B-26EBE793FB37}" destId="{14BF6D70-279D-43C6-AA06-D4ADF1B7C5EA}" srcOrd="0" destOrd="0" presId="urn:microsoft.com/office/officeart/2016/7/layout/VerticalDownArrowProcess"/>
    <dgm:cxn modelId="{B547E51C-623C-46A3-ACF3-D5EDE8D3A2AC}" srcId="{1C814B94-2927-4610-87E1-BD34635D5E1C}" destId="{ADAC3A3D-4FB9-4F1C-AB2B-26EBE793FB37}" srcOrd="0" destOrd="0" parTransId="{F1A86E25-F56E-48EA-9371-7A2A09CB2BD1}" sibTransId="{E236D009-DC76-473E-BC36-903E8095825C}"/>
    <dgm:cxn modelId="{BAD48926-070F-4C26-A97D-622476F9B2B1}" type="presOf" srcId="{2CD78653-3552-47A3-B353-FBF5880ECC9D}" destId="{1A8AE3C9-B640-4690-9CFF-7EBD45BB55AC}" srcOrd="0" destOrd="0" presId="urn:microsoft.com/office/officeart/2016/7/layout/VerticalDownArrowProcess"/>
    <dgm:cxn modelId="{D2CAEE31-2A5B-4E63-A3B3-8D59BEC64C93}" srcId="{1C814B94-2927-4610-87E1-BD34635D5E1C}" destId="{A295A1A7-9EDC-4BAF-B207-4E5169AB5B00}" srcOrd="5" destOrd="0" parTransId="{0A980D77-9473-48B5-8FED-922139A2D270}" sibTransId="{95530577-6287-476C-A674-F5CC69C70E17}"/>
    <dgm:cxn modelId="{DA158B38-E1F3-47FD-B4B0-5179CC4EA71F}" type="presOf" srcId="{A295A1A7-9EDC-4BAF-B207-4E5169AB5B00}" destId="{C6AC474E-5A2C-4770-A0C6-0CA7F1C4E134}" srcOrd="0" destOrd="0" presId="urn:microsoft.com/office/officeart/2016/7/layout/VerticalDownArrowProcess"/>
    <dgm:cxn modelId="{593D8E38-D35D-43E2-92B1-DD649955748F}" type="presOf" srcId="{5A663EE6-CC9E-4A36-8F0E-0EA1D9CBF10C}" destId="{1C74C24E-7C11-4C37-B98A-04C24C9F0ADA}" srcOrd="0" destOrd="0" presId="urn:microsoft.com/office/officeart/2016/7/layout/VerticalDownArrowProcess"/>
    <dgm:cxn modelId="{AA93145F-4879-4966-838F-2B76CDE4709E}" srcId="{2CD78653-3552-47A3-B353-FBF5880ECC9D}" destId="{5A663EE6-CC9E-4A36-8F0E-0EA1D9CBF10C}" srcOrd="0" destOrd="0" parTransId="{9A19BBAC-4D84-4222-8FDF-20F64F923DCC}" sibTransId="{A1350C5F-3208-49E8-A0F7-A80B584E2465}"/>
    <dgm:cxn modelId="{8C7C3E62-E475-4BA3-99FD-506485224E50}" type="presOf" srcId="{9658963B-B0C4-4A0E-AD42-286AAAE0F7BD}" destId="{AD2464DD-6A35-45FE-96EE-9B35E19FC997}" srcOrd="0" destOrd="0" presId="urn:microsoft.com/office/officeart/2016/7/layout/VerticalDownArrowProcess"/>
    <dgm:cxn modelId="{2D26486C-E05E-4524-BB40-E1E200D296E7}" type="presOf" srcId="{26592E66-27A6-4888-A680-B951BA55CF5D}" destId="{BA6282A2-62EF-49BD-9DA0-887135563E75}" srcOrd="0" destOrd="0" presId="urn:microsoft.com/office/officeart/2016/7/layout/VerticalDownArrowProcess"/>
    <dgm:cxn modelId="{5BB3D770-065D-4899-A067-50E6ADCB79C7}" type="presOf" srcId="{1C814B94-2927-4610-87E1-BD34635D5E1C}" destId="{F65BE305-D797-46BD-BCC0-B656A57A9547}" srcOrd="0" destOrd="0" presId="urn:microsoft.com/office/officeart/2016/7/layout/VerticalDownArrowProcess"/>
    <dgm:cxn modelId="{10848F5A-DF00-4B3E-B291-1231623915C0}" type="presOf" srcId="{9F3EDD83-E177-464C-902D-75388D57228A}" destId="{9A697905-6F92-43E3-88B8-850CD3A50FBA}" srcOrd="1" destOrd="0" presId="urn:microsoft.com/office/officeart/2016/7/layout/VerticalDownArrowProcess"/>
    <dgm:cxn modelId="{4B98137F-BA3C-4370-B50D-DBF05AC01298}" type="presOf" srcId="{BF84D7B4-C165-4EA6-9723-1277695BCCA7}" destId="{31F4E829-FCD3-4679-8A48-DAEF97EAEE5A}" srcOrd="0" destOrd="0" presId="urn:microsoft.com/office/officeart/2016/7/layout/VerticalDownArrowProcess"/>
    <dgm:cxn modelId="{A85EC785-9961-4002-B9EF-24D634409DFA}" type="presOf" srcId="{3EB62D4C-14B5-4DD0-B2BF-E19E4CAC41F1}" destId="{29C8E915-B502-4C2A-B5D1-FECDE8BFAC2D}" srcOrd="1" destOrd="0" presId="urn:microsoft.com/office/officeart/2016/7/layout/VerticalDownArrowProcess"/>
    <dgm:cxn modelId="{3A37E2A2-75B0-437D-B04F-78B01E1FA14E}" type="presOf" srcId="{9F3EDD83-E177-464C-902D-75388D57228A}" destId="{DB75D7B7-DB4A-46B2-8ED5-29F129529751}" srcOrd="0" destOrd="0" presId="urn:microsoft.com/office/officeart/2016/7/layout/VerticalDownArrowProcess"/>
    <dgm:cxn modelId="{87A908AA-9DDC-4131-B797-780722FFDF57}" srcId="{ADAC3A3D-4FB9-4F1C-AB2B-26EBE793FB37}" destId="{9658963B-B0C4-4A0E-AD42-286AAAE0F7BD}" srcOrd="0" destOrd="0" parTransId="{9C6B57D3-D1AF-4DE3-A2B4-AA5168688528}" sibTransId="{296EFA1D-A441-4065-97FD-61587D2CB450}"/>
    <dgm:cxn modelId="{FF001BB2-F5AB-429A-8655-751183C3F1CF}" type="presOf" srcId="{008E06F0-D57A-4836-BA94-04479C23CE75}" destId="{A769D618-1133-45CA-8AC5-2FBC00732111}" srcOrd="0" destOrd="0" presId="urn:microsoft.com/office/officeart/2016/7/layout/VerticalDownArrowProcess"/>
    <dgm:cxn modelId="{38DEC9B6-9B08-4B55-AC54-1066D0AC28F7}" type="presOf" srcId="{2CD78653-3552-47A3-B353-FBF5880ECC9D}" destId="{E7B10014-C0D9-42B8-8187-5DCFE60E33AA}" srcOrd="1" destOrd="0" presId="urn:microsoft.com/office/officeart/2016/7/layout/VerticalDownArrowProcess"/>
    <dgm:cxn modelId="{A71B0CB9-D2D6-40E9-83CE-4DBC13234E4D}" srcId="{1C814B94-2927-4610-87E1-BD34635D5E1C}" destId="{3EB62D4C-14B5-4DD0-B2BF-E19E4CAC41F1}" srcOrd="1" destOrd="0" parTransId="{58899717-7EB3-4C79-82F4-BA9A4F2DB03B}" sibTransId="{E4DB9048-2B85-4F7E-8575-E9D18F20C3C7}"/>
    <dgm:cxn modelId="{54F725CC-68D5-4526-88D9-3163DA6B1DC6}" srcId="{1C814B94-2927-4610-87E1-BD34635D5E1C}" destId="{26592E66-27A6-4888-A680-B951BA55CF5D}" srcOrd="4" destOrd="0" parTransId="{9E870FF3-35F3-4E67-8551-D3D2983CB4D3}" sibTransId="{038D81C7-445D-40B9-A55C-DB931288D323}"/>
    <dgm:cxn modelId="{E05651D0-743B-4741-95EA-C402421B4ADE}" srcId="{A295A1A7-9EDC-4BAF-B207-4E5169AB5B00}" destId="{BF84D7B4-C165-4EA6-9723-1277695BCCA7}" srcOrd="0" destOrd="0" parTransId="{63677735-D367-4B32-9D93-883DF2FCBB18}" sibTransId="{EB3EABC9-959C-48B9-9AF0-3D381E1217E7}"/>
    <dgm:cxn modelId="{947ECFD6-C3C2-4223-85DC-2E4399879940}" type="presOf" srcId="{3EB62D4C-14B5-4DD0-B2BF-E19E4CAC41F1}" destId="{8E7B1AA6-68C8-42FE-923E-B47FCB82BB0F}" srcOrd="0" destOrd="0" presId="urn:microsoft.com/office/officeart/2016/7/layout/VerticalDownArrowProcess"/>
    <dgm:cxn modelId="{FE3294DA-D422-4AAA-AEF7-2DDF95EDAB8C}" srcId="{1C814B94-2927-4610-87E1-BD34635D5E1C}" destId="{2CD78653-3552-47A3-B353-FBF5880ECC9D}" srcOrd="3" destOrd="0" parTransId="{B3071347-8CA1-4753-A311-D17E9E19BB44}" sibTransId="{90B581EB-5504-4700-9222-C851B2701575}"/>
    <dgm:cxn modelId="{C2A8A2E9-F28D-4E82-BB9A-C75F9EE468FC}" type="presOf" srcId="{C1A6AEA9-77C7-485C-A30E-100CEF5D1FB0}" destId="{370DF131-249A-48DE-A4C6-55B29B70CF1B}" srcOrd="0" destOrd="0" presId="urn:microsoft.com/office/officeart/2016/7/layout/VerticalDownArrowProcess"/>
    <dgm:cxn modelId="{812EAFE9-CDD3-4B6F-A0A7-8D38F7F098E2}" type="presOf" srcId="{E39752DC-1CD3-4D77-BB40-F9D4B208202F}" destId="{6E095CE9-FD05-4B0C-BB48-B7E20F4CE707}" srcOrd="0" destOrd="0" presId="urn:microsoft.com/office/officeart/2016/7/layout/VerticalDownArrowProcess"/>
    <dgm:cxn modelId="{69F546EF-1A25-4550-91E7-19B2A75A1626}" type="presOf" srcId="{ADAC3A3D-4FB9-4F1C-AB2B-26EBE793FB37}" destId="{EC5D47E1-C6D8-40DE-BAF4-FE3117C5C4D8}" srcOrd="1" destOrd="0" presId="urn:microsoft.com/office/officeart/2016/7/layout/VerticalDownArrowProcess"/>
    <dgm:cxn modelId="{B26C9DFB-66D2-4796-9867-F6F1EEFB359E}" srcId="{1C814B94-2927-4610-87E1-BD34635D5E1C}" destId="{9F3EDD83-E177-464C-902D-75388D57228A}" srcOrd="2" destOrd="0" parTransId="{B0CA1B25-403D-4ABF-99E9-7AF10508C4DD}" sibTransId="{65EC9C0A-260D-4A3C-81A1-A2F391F082E8}"/>
    <dgm:cxn modelId="{FE6F0AB2-FD67-4F10-8738-C778D3203862}" type="presParOf" srcId="{F65BE305-D797-46BD-BCC0-B656A57A9547}" destId="{AAEE2ADB-04B8-4251-B2CA-CFE598FA197B}" srcOrd="0" destOrd="0" presId="urn:microsoft.com/office/officeart/2016/7/layout/VerticalDownArrowProcess"/>
    <dgm:cxn modelId="{2932FE81-923A-4D5E-B7DE-A0C6D123D8C3}" type="presParOf" srcId="{AAEE2ADB-04B8-4251-B2CA-CFE598FA197B}" destId="{C6AC474E-5A2C-4770-A0C6-0CA7F1C4E134}" srcOrd="0" destOrd="0" presId="urn:microsoft.com/office/officeart/2016/7/layout/VerticalDownArrowProcess"/>
    <dgm:cxn modelId="{569E9942-A52F-49F3-9050-F503A6983F7C}" type="presParOf" srcId="{AAEE2ADB-04B8-4251-B2CA-CFE598FA197B}" destId="{31F4E829-FCD3-4679-8A48-DAEF97EAEE5A}" srcOrd="1" destOrd="0" presId="urn:microsoft.com/office/officeart/2016/7/layout/VerticalDownArrowProcess"/>
    <dgm:cxn modelId="{24DE4CFE-0D5D-4879-BD6A-8F33C6D652F3}" type="presParOf" srcId="{F65BE305-D797-46BD-BCC0-B656A57A9547}" destId="{FFB1A507-85B7-4D49-BF24-B9C455421C40}" srcOrd="1" destOrd="0" presId="urn:microsoft.com/office/officeart/2016/7/layout/VerticalDownArrowProcess"/>
    <dgm:cxn modelId="{0002D24E-5EB8-47E8-BFD7-D52F1F8C9A40}" type="presParOf" srcId="{F65BE305-D797-46BD-BCC0-B656A57A9547}" destId="{9CF04204-4078-422D-8C79-E5C721D819CF}" srcOrd="2" destOrd="0" presId="urn:microsoft.com/office/officeart/2016/7/layout/VerticalDownArrowProcess"/>
    <dgm:cxn modelId="{827E8DB3-289A-446F-9A46-6093B7DE3AE2}" type="presParOf" srcId="{9CF04204-4078-422D-8C79-E5C721D819CF}" destId="{BA6282A2-62EF-49BD-9DA0-887135563E75}" srcOrd="0" destOrd="0" presId="urn:microsoft.com/office/officeart/2016/7/layout/VerticalDownArrowProcess"/>
    <dgm:cxn modelId="{7EF72A18-DD71-4012-BED6-7B0B5B1A95EC}" type="presParOf" srcId="{9CF04204-4078-422D-8C79-E5C721D819CF}" destId="{7EFE7931-E2BF-4009-BBA0-E1A0F9219490}" srcOrd="1" destOrd="0" presId="urn:microsoft.com/office/officeart/2016/7/layout/VerticalDownArrowProcess"/>
    <dgm:cxn modelId="{2180DC65-C582-436E-92EB-C1200E5710A3}" type="presParOf" srcId="{9CF04204-4078-422D-8C79-E5C721D819CF}" destId="{6E095CE9-FD05-4B0C-BB48-B7E20F4CE707}" srcOrd="2" destOrd="0" presId="urn:microsoft.com/office/officeart/2016/7/layout/VerticalDownArrowProcess"/>
    <dgm:cxn modelId="{0D077ED2-8B0C-48D0-8E1D-0FF3301C619F}" type="presParOf" srcId="{F65BE305-D797-46BD-BCC0-B656A57A9547}" destId="{AA64E782-7D36-4957-A83B-819EF7082595}" srcOrd="3" destOrd="0" presId="urn:microsoft.com/office/officeart/2016/7/layout/VerticalDownArrowProcess"/>
    <dgm:cxn modelId="{0BB4FD82-F82E-47F1-BDAB-828D208B7641}" type="presParOf" srcId="{F65BE305-D797-46BD-BCC0-B656A57A9547}" destId="{3C7A4278-2C5D-4522-AC0D-218C6CA1B2A8}" srcOrd="4" destOrd="0" presId="urn:microsoft.com/office/officeart/2016/7/layout/VerticalDownArrowProcess"/>
    <dgm:cxn modelId="{AB643E6F-2421-46CA-87E8-79F7BC425D8F}" type="presParOf" srcId="{3C7A4278-2C5D-4522-AC0D-218C6CA1B2A8}" destId="{1A8AE3C9-B640-4690-9CFF-7EBD45BB55AC}" srcOrd="0" destOrd="0" presId="urn:microsoft.com/office/officeart/2016/7/layout/VerticalDownArrowProcess"/>
    <dgm:cxn modelId="{3275BF29-BA5D-4FEC-B642-9494957AD27E}" type="presParOf" srcId="{3C7A4278-2C5D-4522-AC0D-218C6CA1B2A8}" destId="{E7B10014-C0D9-42B8-8187-5DCFE60E33AA}" srcOrd="1" destOrd="0" presId="urn:microsoft.com/office/officeart/2016/7/layout/VerticalDownArrowProcess"/>
    <dgm:cxn modelId="{8003BC7D-E888-4B00-8C52-84FE0225B597}" type="presParOf" srcId="{3C7A4278-2C5D-4522-AC0D-218C6CA1B2A8}" destId="{1C74C24E-7C11-4C37-B98A-04C24C9F0ADA}" srcOrd="2" destOrd="0" presId="urn:microsoft.com/office/officeart/2016/7/layout/VerticalDownArrowProcess"/>
    <dgm:cxn modelId="{F62E4C1B-843A-47A4-9381-D88DDE6C732A}" type="presParOf" srcId="{F65BE305-D797-46BD-BCC0-B656A57A9547}" destId="{488C09C8-5A2A-46A2-8D22-98752F2AC5AE}" srcOrd="5" destOrd="0" presId="urn:microsoft.com/office/officeart/2016/7/layout/VerticalDownArrowProcess"/>
    <dgm:cxn modelId="{08131063-AB89-4D8E-85C0-CB236EA5ABCD}" type="presParOf" srcId="{F65BE305-D797-46BD-BCC0-B656A57A9547}" destId="{2100F8BB-6322-45BC-9E4B-73494DB4B20B}" srcOrd="6" destOrd="0" presId="urn:microsoft.com/office/officeart/2016/7/layout/VerticalDownArrowProcess"/>
    <dgm:cxn modelId="{E4A36D6C-2E69-45E5-8A25-E4C5148A692C}" type="presParOf" srcId="{2100F8BB-6322-45BC-9E4B-73494DB4B20B}" destId="{DB75D7B7-DB4A-46B2-8ED5-29F129529751}" srcOrd="0" destOrd="0" presId="urn:microsoft.com/office/officeart/2016/7/layout/VerticalDownArrowProcess"/>
    <dgm:cxn modelId="{5E4E38AA-FB20-4D18-9604-7EC5F12CCA50}" type="presParOf" srcId="{2100F8BB-6322-45BC-9E4B-73494DB4B20B}" destId="{9A697905-6F92-43E3-88B8-850CD3A50FBA}" srcOrd="1" destOrd="0" presId="urn:microsoft.com/office/officeart/2016/7/layout/VerticalDownArrowProcess"/>
    <dgm:cxn modelId="{F800975D-CDE7-4D75-97F7-0AFE945E14EF}" type="presParOf" srcId="{2100F8BB-6322-45BC-9E4B-73494DB4B20B}" destId="{A769D618-1133-45CA-8AC5-2FBC00732111}" srcOrd="2" destOrd="0" presId="urn:microsoft.com/office/officeart/2016/7/layout/VerticalDownArrowProcess"/>
    <dgm:cxn modelId="{6B5B0704-B311-461A-BEA3-5CB2515966AB}" type="presParOf" srcId="{F65BE305-D797-46BD-BCC0-B656A57A9547}" destId="{FE65BBBC-905A-452A-8A4F-5D2D05864C91}" srcOrd="7" destOrd="0" presId="urn:microsoft.com/office/officeart/2016/7/layout/VerticalDownArrowProcess"/>
    <dgm:cxn modelId="{4D8EC0CF-8943-4EC0-A941-1A2D310B6556}" type="presParOf" srcId="{F65BE305-D797-46BD-BCC0-B656A57A9547}" destId="{D987FF2A-43D6-46E3-A3DA-D705B5B26D82}" srcOrd="8" destOrd="0" presId="urn:microsoft.com/office/officeart/2016/7/layout/VerticalDownArrowProcess"/>
    <dgm:cxn modelId="{9E1D59FC-A733-499D-8395-F87B10854DF8}" type="presParOf" srcId="{D987FF2A-43D6-46E3-A3DA-D705B5B26D82}" destId="{8E7B1AA6-68C8-42FE-923E-B47FCB82BB0F}" srcOrd="0" destOrd="0" presId="urn:microsoft.com/office/officeart/2016/7/layout/VerticalDownArrowProcess"/>
    <dgm:cxn modelId="{54206293-2EC0-4A59-A16A-39CC24CC6F18}" type="presParOf" srcId="{D987FF2A-43D6-46E3-A3DA-D705B5B26D82}" destId="{29C8E915-B502-4C2A-B5D1-FECDE8BFAC2D}" srcOrd="1" destOrd="0" presId="urn:microsoft.com/office/officeart/2016/7/layout/VerticalDownArrowProcess"/>
    <dgm:cxn modelId="{577E079F-FB81-410F-87ED-61133CE78577}" type="presParOf" srcId="{D987FF2A-43D6-46E3-A3DA-D705B5B26D82}" destId="{370DF131-249A-48DE-A4C6-55B29B70CF1B}" srcOrd="2" destOrd="0" presId="urn:microsoft.com/office/officeart/2016/7/layout/VerticalDownArrowProcess"/>
    <dgm:cxn modelId="{F2CCF340-E9D1-497E-B9DA-303FD90749FE}" type="presParOf" srcId="{F65BE305-D797-46BD-BCC0-B656A57A9547}" destId="{F382F048-223A-468D-827F-7C76F392A9BC}" srcOrd="9" destOrd="0" presId="urn:microsoft.com/office/officeart/2016/7/layout/VerticalDownArrowProcess"/>
    <dgm:cxn modelId="{CAC30131-74E1-4C85-9C27-8CB293C93C66}" type="presParOf" srcId="{F65BE305-D797-46BD-BCC0-B656A57A9547}" destId="{C110AE3D-3A14-4D4B-BD0B-373053C9B05A}" srcOrd="10" destOrd="0" presId="urn:microsoft.com/office/officeart/2016/7/layout/VerticalDownArrowProcess"/>
    <dgm:cxn modelId="{E6932DE2-7E15-4946-8002-EE9B50D8ACDF}" type="presParOf" srcId="{C110AE3D-3A14-4D4B-BD0B-373053C9B05A}" destId="{14BF6D70-279D-43C6-AA06-D4ADF1B7C5EA}" srcOrd="0" destOrd="0" presId="urn:microsoft.com/office/officeart/2016/7/layout/VerticalDownArrowProcess"/>
    <dgm:cxn modelId="{F6110F1E-B530-4E56-8E88-E2444E885D4F}" type="presParOf" srcId="{C110AE3D-3A14-4D4B-BD0B-373053C9B05A}" destId="{EC5D47E1-C6D8-40DE-BAF4-FE3117C5C4D8}" srcOrd="1" destOrd="0" presId="urn:microsoft.com/office/officeart/2016/7/layout/VerticalDownArrowProcess"/>
    <dgm:cxn modelId="{513DC15B-5C26-4ED4-AB1C-87A315DAF192}" type="presParOf" srcId="{C110AE3D-3A14-4D4B-BD0B-373053C9B05A}" destId="{AD2464DD-6A35-45FE-96EE-9B35E19FC99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D19BE-5194-47A1-9E23-AA483403412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D51DA0-7416-4831-A03B-02181E0C500D}">
      <dgm:prSet/>
      <dgm:spPr/>
      <dgm:t>
        <a:bodyPr/>
        <a:lstStyle/>
        <a:p>
          <a:r>
            <a:rPr lang="en-US"/>
            <a:t>1. Sales trend over time</a:t>
          </a:r>
        </a:p>
      </dgm:t>
    </dgm:pt>
    <dgm:pt modelId="{7DF198F9-3A2E-4A16-A616-D0B398E3E9CE}" type="parTrans" cxnId="{2CC6FE28-BA77-483B-A4C8-D50E5F6FE647}">
      <dgm:prSet/>
      <dgm:spPr/>
      <dgm:t>
        <a:bodyPr/>
        <a:lstStyle/>
        <a:p>
          <a:endParaRPr lang="en-US"/>
        </a:p>
      </dgm:t>
    </dgm:pt>
    <dgm:pt modelId="{F36218EB-6391-4EF5-A550-38DBE762407C}" type="sibTrans" cxnId="{2CC6FE28-BA77-483B-A4C8-D50E5F6FE647}">
      <dgm:prSet/>
      <dgm:spPr/>
      <dgm:t>
        <a:bodyPr/>
        <a:lstStyle/>
        <a:p>
          <a:endParaRPr lang="en-US"/>
        </a:p>
      </dgm:t>
    </dgm:pt>
    <dgm:pt modelId="{E44F6A6D-C8E0-48B7-9156-0E7F8DE60E51}">
      <dgm:prSet/>
      <dgm:spPr/>
      <dgm:t>
        <a:bodyPr/>
        <a:lstStyle/>
        <a:p>
          <a:r>
            <a:rPr lang="en-US"/>
            <a:t>2. Top product categories</a:t>
          </a:r>
        </a:p>
      </dgm:t>
    </dgm:pt>
    <dgm:pt modelId="{DBE9706D-4A5A-4D5F-8950-309BD6AE2F7F}" type="parTrans" cxnId="{6EFC6003-0CF2-4B81-ADB9-96319E1A9B25}">
      <dgm:prSet/>
      <dgm:spPr/>
      <dgm:t>
        <a:bodyPr/>
        <a:lstStyle/>
        <a:p>
          <a:endParaRPr lang="en-US"/>
        </a:p>
      </dgm:t>
    </dgm:pt>
    <dgm:pt modelId="{6BA218E4-0FD4-4EBE-A711-7434526EF746}" type="sibTrans" cxnId="{6EFC6003-0CF2-4B81-ADB9-96319E1A9B25}">
      <dgm:prSet/>
      <dgm:spPr/>
      <dgm:t>
        <a:bodyPr/>
        <a:lstStyle/>
        <a:p>
          <a:endParaRPr lang="en-US"/>
        </a:p>
      </dgm:t>
    </dgm:pt>
    <dgm:pt modelId="{08696B3F-A729-4F02-9E96-8C563F4755D7}">
      <dgm:prSet/>
      <dgm:spPr/>
      <dgm:t>
        <a:bodyPr/>
        <a:lstStyle/>
        <a:p>
          <a:r>
            <a:rPr lang="en-US"/>
            <a:t>3. Customer segmentation</a:t>
          </a:r>
        </a:p>
      </dgm:t>
    </dgm:pt>
    <dgm:pt modelId="{E6064D22-CEDD-4511-95F1-960398EB7CF3}" type="parTrans" cxnId="{AC08D3AA-2443-4B86-BBC8-157C6900FB0E}">
      <dgm:prSet/>
      <dgm:spPr/>
      <dgm:t>
        <a:bodyPr/>
        <a:lstStyle/>
        <a:p>
          <a:endParaRPr lang="en-US"/>
        </a:p>
      </dgm:t>
    </dgm:pt>
    <dgm:pt modelId="{B9FD5E53-CA89-4A2A-80A4-98754D5BDACC}" type="sibTrans" cxnId="{AC08D3AA-2443-4B86-BBC8-157C6900FB0E}">
      <dgm:prSet/>
      <dgm:spPr/>
      <dgm:t>
        <a:bodyPr/>
        <a:lstStyle/>
        <a:p>
          <a:endParaRPr lang="en-US"/>
        </a:p>
      </dgm:t>
    </dgm:pt>
    <dgm:pt modelId="{EE8BB842-A059-4D32-A0DA-2ABB0965F6D4}">
      <dgm:prSet/>
      <dgm:spPr/>
      <dgm:t>
        <a:bodyPr/>
        <a:lstStyle/>
        <a:p>
          <a:r>
            <a:rPr lang="en-US"/>
            <a:t>4. Discount impact</a:t>
          </a:r>
        </a:p>
      </dgm:t>
    </dgm:pt>
    <dgm:pt modelId="{4A00D5CA-F744-4CBA-B579-2C7920F5C38B}" type="parTrans" cxnId="{9EDAE724-7B8F-41CB-91A9-274264D6335C}">
      <dgm:prSet/>
      <dgm:spPr/>
      <dgm:t>
        <a:bodyPr/>
        <a:lstStyle/>
        <a:p>
          <a:endParaRPr lang="en-US"/>
        </a:p>
      </dgm:t>
    </dgm:pt>
    <dgm:pt modelId="{6A50AB52-56E7-4928-A3B2-AF03D7100B39}" type="sibTrans" cxnId="{9EDAE724-7B8F-41CB-91A9-274264D6335C}">
      <dgm:prSet/>
      <dgm:spPr/>
      <dgm:t>
        <a:bodyPr/>
        <a:lstStyle/>
        <a:p>
          <a:endParaRPr lang="en-US"/>
        </a:p>
      </dgm:t>
    </dgm:pt>
    <dgm:pt modelId="{B64FCECD-C331-41D4-8EDB-9154976A3E45}">
      <dgm:prSet/>
      <dgm:spPr/>
      <dgm:t>
        <a:bodyPr/>
        <a:lstStyle/>
        <a:p>
          <a:r>
            <a:rPr lang="en-US"/>
            <a:t>5. Shipping &amp; satisfaction</a:t>
          </a:r>
        </a:p>
      </dgm:t>
    </dgm:pt>
    <dgm:pt modelId="{57CA2E23-546B-4C38-B87F-8ECF62B85BAC}" type="parTrans" cxnId="{E5478220-1A8A-4366-9294-9EFF7CD5F9E6}">
      <dgm:prSet/>
      <dgm:spPr/>
      <dgm:t>
        <a:bodyPr/>
        <a:lstStyle/>
        <a:p>
          <a:endParaRPr lang="en-US"/>
        </a:p>
      </dgm:t>
    </dgm:pt>
    <dgm:pt modelId="{8F9B3221-0888-4098-8ED8-4BFB3E8AFEA5}" type="sibTrans" cxnId="{E5478220-1A8A-4366-9294-9EFF7CD5F9E6}">
      <dgm:prSet/>
      <dgm:spPr/>
      <dgm:t>
        <a:bodyPr/>
        <a:lstStyle/>
        <a:p>
          <a:endParaRPr lang="en-US"/>
        </a:p>
      </dgm:t>
    </dgm:pt>
    <dgm:pt modelId="{5DF91DCA-5E71-4E98-9945-F59A946839A8}">
      <dgm:prSet/>
      <dgm:spPr/>
      <dgm:t>
        <a:bodyPr/>
        <a:lstStyle/>
        <a:p>
          <a:r>
            <a:rPr lang="en-US"/>
            <a:t>6. Regional sales</a:t>
          </a:r>
        </a:p>
      </dgm:t>
    </dgm:pt>
    <dgm:pt modelId="{32C4562F-F7D3-4943-9860-250BB9B0F2E8}" type="parTrans" cxnId="{413B43E6-FE6B-4436-96A3-9B3D71E19456}">
      <dgm:prSet/>
      <dgm:spPr/>
      <dgm:t>
        <a:bodyPr/>
        <a:lstStyle/>
        <a:p>
          <a:endParaRPr lang="en-US"/>
        </a:p>
      </dgm:t>
    </dgm:pt>
    <dgm:pt modelId="{CBD0DD80-EC1A-4296-8F7E-1CA0DC5E3908}" type="sibTrans" cxnId="{413B43E6-FE6B-4436-96A3-9B3D71E19456}">
      <dgm:prSet/>
      <dgm:spPr/>
      <dgm:t>
        <a:bodyPr/>
        <a:lstStyle/>
        <a:p>
          <a:endParaRPr lang="en-US"/>
        </a:p>
      </dgm:t>
    </dgm:pt>
    <dgm:pt modelId="{296D0086-B891-41A0-8100-EF53DA5B188C}">
      <dgm:prSet/>
      <dgm:spPr/>
      <dgm:t>
        <a:bodyPr/>
        <a:lstStyle/>
        <a:p>
          <a:r>
            <a:rPr lang="en-US"/>
            <a:t>7. Sales vs. profit growth</a:t>
          </a:r>
        </a:p>
      </dgm:t>
    </dgm:pt>
    <dgm:pt modelId="{6124A576-C247-45E1-BC52-5AA30B0CBC0B}" type="parTrans" cxnId="{FA5418A8-4C38-4F2E-91A6-785B9AAFCA03}">
      <dgm:prSet/>
      <dgm:spPr/>
      <dgm:t>
        <a:bodyPr/>
        <a:lstStyle/>
        <a:p>
          <a:endParaRPr lang="en-US"/>
        </a:p>
      </dgm:t>
    </dgm:pt>
    <dgm:pt modelId="{5299BDEC-6FB1-4D54-8445-85E68F2E6F72}" type="sibTrans" cxnId="{FA5418A8-4C38-4F2E-91A6-785B9AAFCA03}">
      <dgm:prSet/>
      <dgm:spPr/>
      <dgm:t>
        <a:bodyPr/>
        <a:lstStyle/>
        <a:p>
          <a:endParaRPr lang="en-US"/>
        </a:p>
      </dgm:t>
    </dgm:pt>
    <dgm:pt modelId="{C4F46806-76A8-4C60-A559-ECAD6932981B}">
      <dgm:prSet/>
      <dgm:spPr/>
      <dgm:t>
        <a:bodyPr/>
        <a:lstStyle/>
        <a:p>
          <a:r>
            <a:rPr lang="en-US"/>
            <a:t>8. High sales, low profit products</a:t>
          </a:r>
        </a:p>
      </dgm:t>
    </dgm:pt>
    <dgm:pt modelId="{5287E6AF-8938-4503-A407-FD791785CDFC}" type="parTrans" cxnId="{630BF459-6EFE-4B00-B390-85C9E0B42EC0}">
      <dgm:prSet/>
      <dgm:spPr/>
      <dgm:t>
        <a:bodyPr/>
        <a:lstStyle/>
        <a:p>
          <a:endParaRPr lang="en-US"/>
        </a:p>
      </dgm:t>
    </dgm:pt>
    <dgm:pt modelId="{EB123981-3854-45F8-AC9D-01AB8B0E9B4B}" type="sibTrans" cxnId="{630BF459-6EFE-4B00-B390-85C9E0B42EC0}">
      <dgm:prSet/>
      <dgm:spPr/>
      <dgm:t>
        <a:bodyPr/>
        <a:lstStyle/>
        <a:p>
          <a:endParaRPr lang="en-US"/>
        </a:p>
      </dgm:t>
    </dgm:pt>
    <dgm:pt modelId="{0B5B06F5-55B2-46D9-9406-F7DB1FECC871}" type="pres">
      <dgm:prSet presAssocID="{B58D19BE-5194-47A1-9E23-AA4834034122}" presName="vert0" presStyleCnt="0">
        <dgm:presLayoutVars>
          <dgm:dir/>
          <dgm:animOne val="branch"/>
          <dgm:animLvl val="lvl"/>
        </dgm:presLayoutVars>
      </dgm:prSet>
      <dgm:spPr/>
    </dgm:pt>
    <dgm:pt modelId="{0473BFE2-E0F5-4F1D-B19B-28990F742B03}" type="pres">
      <dgm:prSet presAssocID="{1DD51DA0-7416-4831-A03B-02181E0C500D}" presName="thickLine" presStyleLbl="alignNode1" presStyleIdx="0" presStyleCnt="8"/>
      <dgm:spPr/>
    </dgm:pt>
    <dgm:pt modelId="{B0EDCED6-C8D1-4C86-80B6-59586EBEE026}" type="pres">
      <dgm:prSet presAssocID="{1DD51DA0-7416-4831-A03B-02181E0C500D}" presName="horz1" presStyleCnt="0"/>
      <dgm:spPr/>
    </dgm:pt>
    <dgm:pt modelId="{78626024-D0AD-44D9-80F7-01B2805E3292}" type="pres">
      <dgm:prSet presAssocID="{1DD51DA0-7416-4831-A03B-02181E0C500D}" presName="tx1" presStyleLbl="revTx" presStyleIdx="0" presStyleCnt="8"/>
      <dgm:spPr/>
    </dgm:pt>
    <dgm:pt modelId="{5EF0A3FB-4A2E-4DAB-8DA6-63B566128BF3}" type="pres">
      <dgm:prSet presAssocID="{1DD51DA0-7416-4831-A03B-02181E0C500D}" presName="vert1" presStyleCnt="0"/>
      <dgm:spPr/>
    </dgm:pt>
    <dgm:pt modelId="{C450EDE7-B11A-48A9-ADFA-D03C379EA89E}" type="pres">
      <dgm:prSet presAssocID="{E44F6A6D-C8E0-48B7-9156-0E7F8DE60E51}" presName="thickLine" presStyleLbl="alignNode1" presStyleIdx="1" presStyleCnt="8"/>
      <dgm:spPr/>
    </dgm:pt>
    <dgm:pt modelId="{FE6E2080-A56B-4752-BE02-D322698BBCFA}" type="pres">
      <dgm:prSet presAssocID="{E44F6A6D-C8E0-48B7-9156-0E7F8DE60E51}" presName="horz1" presStyleCnt="0"/>
      <dgm:spPr/>
    </dgm:pt>
    <dgm:pt modelId="{BCEA8013-E8E3-4DA2-89FE-D6C400E1C245}" type="pres">
      <dgm:prSet presAssocID="{E44F6A6D-C8E0-48B7-9156-0E7F8DE60E51}" presName="tx1" presStyleLbl="revTx" presStyleIdx="1" presStyleCnt="8"/>
      <dgm:spPr/>
    </dgm:pt>
    <dgm:pt modelId="{2C40DD09-701E-45B4-8C4D-4CB10C3050B9}" type="pres">
      <dgm:prSet presAssocID="{E44F6A6D-C8E0-48B7-9156-0E7F8DE60E51}" presName="vert1" presStyleCnt="0"/>
      <dgm:spPr/>
    </dgm:pt>
    <dgm:pt modelId="{91851377-4724-4351-9E6F-842903D48C32}" type="pres">
      <dgm:prSet presAssocID="{08696B3F-A729-4F02-9E96-8C563F4755D7}" presName="thickLine" presStyleLbl="alignNode1" presStyleIdx="2" presStyleCnt="8"/>
      <dgm:spPr/>
    </dgm:pt>
    <dgm:pt modelId="{0C8AE38B-DEA5-46C2-87A4-3ACC983CEDA2}" type="pres">
      <dgm:prSet presAssocID="{08696B3F-A729-4F02-9E96-8C563F4755D7}" presName="horz1" presStyleCnt="0"/>
      <dgm:spPr/>
    </dgm:pt>
    <dgm:pt modelId="{38FEB412-9926-4FF0-AD1B-97F5785DEBAF}" type="pres">
      <dgm:prSet presAssocID="{08696B3F-A729-4F02-9E96-8C563F4755D7}" presName="tx1" presStyleLbl="revTx" presStyleIdx="2" presStyleCnt="8"/>
      <dgm:spPr/>
    </dgm:pt>
    <dgm:pt modelId="{D933D94C-162D-40B5-83B7-5BA119AEF84A}" type="pres">
      <dgm:prSet presAssocID="{08696B3F-A729-4F02-9E96-8C563F4755D7}" presName="vert1" presStyleCnt="0"/>
      <dgm:spPr/>
    </dgm:pt>
    <dgm:pt modelId="{5944E501-3D22-476A-8805-D2DE52F13129}" type="pres">
      <dgm:prSet presAssocID="{EE8BB842-A059-4D32-A0DA-2ABB0965F6D4}" presName="thickLine" presStyleLbl="alignNode1" presStyleIdx="3" presStyleCnt="8"/>
      <dgm:spPr/>
    </dgm:pt>
    <dgm:pt modelId="{7E8AEF55-8823-4265-9577-4F94EA06CB3F}" type="pres">
      <dgm:prSet presAssocID="{EE8BB842-A059-4D32-A0DA-2ABB0965F6D4}" presName="horz1" presStyleCnt="0"/>
      <dgm:spPr/>
    </dgm:pt>
    <dgm:pt modelId="{42EFA6E7-73FF-428C-A904-8E18F4E9AFD2}" type="pres">
      <dgm:prSet presAssocID="{EE8BB842-A059-4D32-A0DA-2ABB0965F6D4}" presName="tx1" presStyleLbl="revTx" presStyleIdx="3" presStyleCnt="8"/>
      <dgm:spPr/>
    </dgm:pt>
    <dgm:pt modelId="{4C32DD3D-7A90-4122-B280-2AADBEC84AD7}" type="pres">
      <dgm:prSet presAssocID="{EE8BB842-A059-4D32-A0DA-2ABB0965F6D4}" presName="vert1" presStyleCnt="0"/>
      <dgm:spPr/>
    </dgm:pt>
    <dgm:pt modelId="{7D4AE49B-0C44-4581-89FD-94BDA76E8213}" type="pres">
      <dgm:prSet presAssocID="{B64FCECD-C331-41D4-8EDB-9154976A3E45}" presName="thickLine" presStyleLbl="alignNode1" presStyleIdx="4" presStyleCnt="8"/>
      <dgm:spPr/>
    </dgm:pt>
    <dgm:pt modelId="{14148FDB-FF93-4355-B222-AA8B30560255}" type="pres">
      <dgm:prSet presAssocID="{B64FCECD-C331-41D4-8EDB-9154976A3E45}" presName="horz1" presStyleCnt="0"/>
      <dgm:spPr/>
    </dgm:pt>
    <dgm:pt modelId="{C9F7622C-BF38-474D-AD91-E4B9D5DCB9D5}" type="pres">
      <dgm:prSet presAssocID="{B64FCECD-C331-41D4-8EDB-9154976A3E45}" presName="tx1" presStyleLbl="revTx" presStyleIdx="4" presStyleCnt="8"/>
      <dgm:spPr/>
    </dgm:pt>
    <dgm:pt modelId="{9EF86495-297B-4148-BE79-3E9AC7D24654}" type="pres">
      <dgm:prSet presAssocID="{B64FCECD-C331-41D4-8EDB-9154976A3E45}" presName="vert1" presStyleCnt="0"/>
      <dgm:spPr/>
    </dgm:pt>
    <dgm:pt modelId="{C7890E44-6DCE-4AF9-A082-DB585CC6780F}" type="pres">
      <dgm:prSet presAssocID="{5DF91DCA-5E71-4E98-9945-F59A946839A8}" presName="thickLine" presStyleLbl="alignNode1" presStyleIdx="5" presStyleCnt="8"/>
      <dgm:spPr/>
    </dgm:pt>
    <dgm:pt modelId="{4A302500-EDE4-415A-B25A-9F54E9E892CC}" type="pres">
      <dgm:prSet presAssocID="{5DF91DCA-5E71-4E98-9945-F59A946839A8}" presName="horz1" presStyleCnt="0"/>
      <dgm:spPr/>
    </dgm:pt>
    <dgm:pt modelId="{D2E695EA-EE33-4CD6-850F-3871D90BF77B}" type="pres">
      <dgm:prSet presAssocID="{5DF91DCA-5E71-4E98-9945-F59A946839A8}" presName="tx1" presStyleLbl="revTx" presStyleIdx="5" presStyleCnt="8"/>
      <dgm:spPr/>
    </dgm:pt>
    <dgm:pt modelId="{CB1DE9EC-A60B-44F8-A47B-6F0A580EC84B}" type="pres">
      <dgm:prSet presAssocID="{5DF91DCA-5E71-4E98-9945-F59A946839A8}" presName="vert1" presStyleCnt="0"/>
      <dgm:spPr/>
    </dgm:pt>
    <dgm:pt modelId="{285204C9-1746-4F19-9C95-80B91AC36176}" type="pres">
      <dgm:prSet presAssocID="{296D0086-B891-41A0-8100-EF53DA5B188C}" presName="thickLine" presStyleLbl="alignNode1" presStyleIdx="6" presStyleCnt="8"/>
      <dgm:spPr/>
    </dgm:pt>
    <dgm:pt modelId="{C3179EBE-F4F6-42F2-A421-4A06BF5CA981}" type="pres">
      <dgm:prSet presAssocID="{296D0086-B891-41A0-8100-EF53DA5B188C}" presName="horz1" presStyleCnt="0"/>
      <dgm:spPr/>
    </dgm:pt>
    <dgm:pt modelId="{D0C7B97E-A30C-4803-B21F-7E064F5321B1}" type="pres">
      <dgm:prSet presAssocID="{296D0086-B891-41A0-8100-EF53DA5B188C}" presName="tx1" presStyleLbl="revTx" presStyleIdx="6" presStyleCnt="8"/>
      <dgm:spPr/>
    </dgm:pt>
    <dgm:pt modelId="{03875846-C414-4D48-9870-BCB304BA6FC6}" type="pres">
      <dgm:prSet presAssocID="{296D0086-B891-41A0-8100-EF53DA5B188C}" presName="vert1" presStyleCnt="0"/>
      <dgm:spPr/>
    </dgm:pt>
    <dgm:pt modelId="{8869F3AF-137C-43F3-A819-3AF2A8089FF2}" type="pres">
      <dgm:prSet presAssocID="{C4F46806-76A8-4C60-A559-ECAD6932981B}" presName="thickLine" presStyleLbl="alignNode1" presStyleIdx="7" presStyleCnt="8"/>
      <dgm:spPr/>
    </dgm:pt>
    <dgm:pt modelId="{A2C17A40-E755-4262-B6F8-0016A97ADE30}" type="pres">
      <dgm:prSet presAssocID="{C4F46806-76A8-4C60-A559-ECAD6932981B}" presName="horz1" presStyleCnt="0"/>
      <dgm:spPr/>
    </dgm:pt>
    <dgm:pt modelId="{AD7971DD-EF70-440E-A286-3FA49DD93B76}" type="pres">
      <dgm:prSet presAssocID="{C4F46806-76A8-4C60-A559-ECAD6932981B}" presName="tx1" presStyleLbl="revTx" presStyleIdx="7" presStyleCnt="8"/>
      <dgm:spPr/>
    </dgm:pt>
    <dgm:pt modelId="{9EEE5E37-49FF-4695-A91C-C1C3DBF76366}" type="pres">
      <dgm:prSet presAssocID="{C4F46806-76A8-4C60-A559-ECAD6932981B}" presName="vert1" presStyleCnt="0"/>
      <dgm:spPr/>
    </dgm:pt>
  </dgm:ptLst>
  <dgm:cxnLst>
    <dgm:cxn modelId="{6EFC6003-0CF2-4B81-ADB9-96319E1A9B25}" srcId="{B58D19BE-5194-47A1-9E23-AA4834034122}" destId="{E44F6A6D-C8E0-48B7-9156-0E7F8DE60E51}" srcOrd="1" destOrd="0" parTransId="{DBE9706D-4A5A-4D5F-8950-309BD6AE2F7F}" sibTransId="{6BA218E4-0FD4-4EBE-A711-7434526EF746}"/>
    <dgm:cxn modelId="{171CEF04-A7D2-40EA-BAA1-96CB2A5D0E4A}" type="presOf" srcId="{B58D19BE-5194-47A1-9E23-AA4834034122}" destId="{0B5B06F5-55B2-46D9-9406-F7DB1FECC871}" srcOrd="0" destOrd="0" presId="urn:microsoft.com/office/officeart/2008/layout/LinedList"/>
    <dgm:cxn modelId="{DC2AB409-C8AA-4DD2-927D-01CF851EB946}" type="presOf" srcId="{5DF91DCA-5E71-4E98-9945-F59A946839A8}" destId="{D2E695EA-EE33-4CD6-850F-3871D90BF77B}" srcOrd="0" destOrd="0" presId="urn:microsoft.com/office/officeart/2008/layout/LinedList"/>
    <dgm:cxn modelId="{D954F109-9739-46F7-BC78-7F04C196640D}" type="presOf" srcId="{296D0086-B891-41A0-8100-EF53DA5B188C}" destId="{D0C7B97E-A30C-4803-B21F-7E064F5321B1}" srcOrd="0" destOrd="0" presId="urn:microsoft.com/office/officeart/2008/layout/LinedList"/>
    <dgm:cxn modelId="{E5478220-1A8A-4366-9294-9EFF7CD5F9E6}" srcId="{B58D19BE-5194-47A1-9E23-AA4834034122}" destId="{B64FCECD-C331-41D4-8EDB-9154976A3E45}" srcOrd="4" destOrd="0" parTransId="{57CA2E23-546B-4C38-B87F-8ECF62B85BAC}" sibTransId="{8F9B3221-0888-4098-8ED8-4BFB3E8AFEA5}"/>
    <dgm:cxn modelId="{9EDAE724-7B8F-41CB-91A9-274264D6335C}" srcId="{B58D19BE-5194-47A1-9E23-AA4834034122}" destId="{EE8BB842-A059-4D32-A0DA-2ABB0965F6D4}" srcOrd="3" destOrd="0" parTransId="{4A00D5CA-F744-4CBA-B579-2C7920F5C38B}" sibTransId="{6A50AB52-56E7-4928-A3B2-AF03D7100B39}"/>
    <dgm:cxn modelId="{2CC6FE28-BA77-483B-A4C8-D50E5F6FE647}" srcId="{B58D19BE-5194-47A1-9E23-AA4834034122}" destId="{1DD51DA0-7416-4831-A03B-02181E0C500D}" srcOrd="0" destOrd="0" parTransId="{7DF198F9-3A2E-4A16-A616-D0B398E3E9CE}" sibTransId="{F36218EB-6391-4EF5-A550-38DBE762407C}"/>
    <dgm:cxn modelId="{630BF459-6EFE-4B00-B390-85C9E0B42EC0}" srcId="{B58D19BE-5194-47A1-9E23-AA4834034122}" destId="{C4F46806-76A8-4C60-A559-ECAD6932981B}" srcOrd="7" destOrd="0" parTransId="{5287E6AF-8938-4503-A407-FD791785CDFC}" sibTransId="{EB123981-3854-45F8-AC9D-01AB8B0E9B4B}"/>
    <dgm:cxn modelId="{247B0E7D-551F-4BD9-824C-3BAE69818AB1}" type="presOf" srcId="{EE8BB842-A059-4D32-A0DA-2ABB0965F6D4}" destId="{42EFA6E7-73FF-428C-A904-8E18F4E9AFD2}" srcOrd="0" destOrd="0" presId="urn:microsoft.com/office/officeart/2008/layout/LinedList"/>
    <dgm:cxn modelId="{5D1A4F8C-8603-4671-A52B-B2D078B7E608}" type="presOf" srcId="{B64FCECD-C331-41D4-8EDB-9154976A3E45}" destId="{C9F7622C-BF38-474D-AD91-E4B9D5DCB9D5}" srcOrd="0" destOrd="0" presId="urn:microsoft.com/office/officeart/2008/layout/LinedList"/>
    <dgm:cxn modelId="{8CA65F9D-A383-4CCF-A5A7-2EFFD5F127EA}" type="presOf" srcId="{E44F6A6D-C8E0-48B7-9156-0E7F8DE60E51}" destId="{BCEA8013-E8E3-4DA2-89FE-D6C400E1C245}" srcOrd="0" destOrd="0" presId="urn:microsoft.com/office/officeart/2008/layout/LinedList"/>
    <dgm:cxn modelId="{FA5418A8-4C38-4F2E-91A6-785B9AAFCA03}" srcId="{B58D19BE-5194-47A1-9E23-AA4834034122}" destId="{296D0086-B891-41A0-8100-EF53DA5B188C}" srcOrd="6" destOrd="0" parTransId="{6124A576-C247-45E1-BC52-5AA30B0CBC0B}" sibTransId="{5299BDEC-6FB1-4D54-8445-85E68F2E6F72}"/>
    <dgm:cxn modelId="{AC08D3AA-2443-4B86-BBC8-157C6900FB0E}" srcId="{B58D19BE-5194-47A1-9E23-AA4834034122}" destId="{08696B3F-A729-4F02-9E96-8C563F4755D7}" srcOrd="2" destOrd="0" parTransId="{E6064D22-CEDD-4511-95F1-960398EB7CF3}" sibTransId="{B9FD5E53-CA89-4A2A-80A4-98754D5BDACC}"/>
    <dgm:cxn modelId="{D0DE41AF-DF31-46A9-80EC-7C8C2646FEE1}" type="presOf" srcId="{08696B3F-A729-4F02-9E96-8C563F4755D7}" destId="{38FEB412-9926-4FF0-AD1B-97F5785DEBAF}" srcOrd="0" destOrd="0" presId="urn:microsoft.com/office/officeart/2008/layout/LinedList"/>
    <dgm:cxn modelId="{D1C4CBB2-553B-42A8-A79E-7C402D090918}" type="presOf" srcId="{1DD51DA0-7416-4831-A03B-02181E0C500D}" destId="{78626024-D0AD-44D9-80F7-01B2805E3292}" srcOrd="0" destOrd="0" presId="urn:microsoft.com/office/officeart/2008/layout/LinedList"/>
    <dgm:cxn modelId="{A28E18C0-5EDA-4CBD-826C-4D13B3F30B69}" type="presOf" srcId="{C4F46806-76A8-4C60-A559-ECAD6932981B}" destId="{AD7971DD-EF70-440E-A286-3FA49DD93B76}" srcOrd="0" destOrd="0" presId="urn:microsoft.com/office/officeart/2008/layout/LinedList"/>
    <dgm:cxn modelId="{413B43E6-FE6B-4436-96A3-9B3D71E19456}" srcId="{B58D19BE-5194-47A1-9E23-AA4834034122}" destId="{5DF91DCA-5E71-4E98-9945-F59A946839A8}" srcOrd="5" destOrd="0" parTransId="{32C4562F-F7D3-4943-9860-250BB9B0F2E8}" sibTransId="{CBD0DD80-EC1A-4296-8F7E-1CA0DC5E3908}"/>
    <dgm:cxn modelId="{B037A529-524C-463A-9B2D-94C5B1A28892}" type="presParOf" srcId="{0B5B06F5-55B2-46D9-9406-F7DB1FECC871}" destId="{0473BFE2-E0F5-4F1D-B19B-28990F742B03}" srcOrd="0" destOrd="0" presId="urn:microsoft.com/office/officeart/2008/layout/LinedList"/>
    <dgm:cxn modelId="{9309BA2A-54D2-46A7-955C-62C0967E15B9}" type="presParOf" srcId="{0B5B06F5-55B2-46D9-9406-F7DB1FECC871}" destId="{B0EDCED6-C8D1-4C86-80B6-59586EBEE026}" srcOrd="1" destOrd="0" presId="urn:microsoft.com/office/officeart/2008/layout/LinedList"/>
    <dgm:cxn modelId="{9339BD67-F510-4879-B414-1236A2C7C6F3}" type="presParOf" srcId="{B0EDCED6-C8D1-4C86-80B6-59586EBEE026}" destId="{78626024-D0AD-44D9-80F7-01B2805E3292}" srcOrd="0" destOrd="0" presId="urn:microsoft.com/office/officeart/2008/layout/LinedList"/>
    <dgm:cxn modelId="{08A684AD-F687-47FA-AB29-E79F18AEBB9A}" type="presParOf" srcId="{B0EDCED6-C8D1-4C86-80B6-59586EBEE026}" destId="{5EF0A3FB-4A2E-4DAB-8DA6-63B566128BF3}" srcOrd="1" destOrd="0" presId="urn:microsoft.com/office/officeart/2008/layout/LinedList"/>
    <dgm:cxn modelId="{405C8D17-B586-4311-AD68-1F5B9CCDDDA4}" type="presParOf" srcId="{0B5B06F5-55B2-46D9-9406-F7DB1FECC871}" destId="{C450EDE7-B11A-48A9-ADFA-D03C379EA89E}" srcOrd="2" destOrd="0" presId="urn:microsoft.com/office/officeart/2008/layout/LinedList"/>
    <dgm:cxn modelId="{D25B2265-062E-4790-83C0-4483ECEBBA95}" type="presParOf" srcId="{0B5B06F5-55B2-46D9-9406-F7DB1FECC871}" destId="{FE6E2080-A56B-4752-BE02-D322698BBCFA}" srcOrd="3" destOrd="0" presId="urn:microsoft.com/office/officeart/2008/layout/LinedList"/>
    <dgm:cxn modelId="{E00BB876-C0CE-4BA9-8C24-446D3351400E}" type="presParOf" srcId="{FE6E2080-A56B-4752-BE02-D322698BBCFA}" destId="{BCEA8013-E8E3-4DA2-89FE-D6C400E1C245}" srcOrd="0" destOrd="0" presId="urn:microsoft.com/office/officeart/2008/layout/LinedList"/>
    <dgm:cxn modelId="{FD2F5D39-C240-48AC-BB0A-A3F64F0B02FE}" type="presParOf" srcId="{FE6E2080-A56B-4752-BE02-D322698BBCFA}" destId="{2C40DD09-701E-45B4-8C4D-4CB10C3050B9}" srcOrd="1" destOrd="0" presId="urn:microsoft.com/office/officeart/2008/layout/LinedList"/>
    <dgm:cxn modelId="{A42301D8-9EFF-4CD9-9B1C-ECB457D4A6B2}" type="presParOf" srcId="{0B5B06F5-55B2-46D9-9406-F7DB1FECC871}" destId="{91851377-4724-4351-9E6F-842903D48C32}" srcOrd="4" destOrd="0" presId="urn:microsoft.com/office/officeart/2008/layout/LinedList"/>
    <dgm:cxn modelId="{7F79C0ED-C2B6-425D-A2CC-45DA1AAA36AD}" type="presParOf" srcId="{0B5B06F5-55B2-46D9-9406-F7DB1FECC871}" destId="{0C8AE38B-DEA5-46C2-87A4-3ACC983CEDA2}" srcOrd="5" destOrd="0" presId="urn:microsoft.com/office/officeart/2008/layout/LinedList"/>
    <dgm:cxn modelId="{AB9DCAC9-BA97-4F9A-828B-DCBA6E8E4A14}" type="presParOf" srcId="{0C8AE38B-DEA5-46C2-87A4-3ACC983CEDA2}" destId="{38FEB412-9926-4FF0-AD1B-97F5785DEBAF}" srcOrd="0" destOrd="0" presId="urn:microsoft.com/office/officeart/2008/layout/LinedList"/>
    <dgm:cxn modelId="{EB804353-1496-4D62-B90C-B3A8EDD41ECE}" type="presParOf" srcId="{0C8AE38B-DEA5-46C2-87A4-3ACC983CEDA2}" destId="{D933D94C-162D-40B5-83B7-5BA119AEF84A}" srcOrd="1" destOrd="0" presId="urn:microsoft.com/office/officeart/2008/layout/LinedList"/>
    <dgm:cxn modelId="{9E90ED49-DCFA-4584-94CD-28CD9CFC9543}" type="presParOf" srcId="{0B5B06F5-55B2-46D9-9406-F7DB1FECC871}" destId="{5944E501-3D22-476A-8805-D2DE52F13129}" srcOrd="6" destOrd="0" presId="urn:microsoft.com/office/officeart/2008/layout/LinedList"/>
    <dgm:cxn modelId="{D96F8C74-3528-4D0E-BFD7-1D8F7E32FDE8}" type="presParOf" srcId="{0B5B06F5-55B2-46D9-9406-F7DB1FECC871}" destId="{7E8AEF55-8823-4265-9577-4F94EA06CB3F}" srcOrd="7" destOrd="0" presId="urn:microsoft.com/office/officeart/2008/layout/LinedList"/>
    <dgm:cxn modelId="{029A2467-6979-406E-B6C5-D71FBC4DBB50}" type="presParOf" srcId="{7E8AEF55-8823-4265-9577-4F94EA06CB3F}" destId="{42EFA6E7-73FF-428C-A904-8E18F4E9AFD2}" srcOrd="0" destOrd="0" presId="urn:microsoft.com/office/officeart/2008/layout/LinedList"/>
    <dgm:cxn modelId="{8FBA1139-2DAA-4E97-B5F7-EBCF3903F6B5}" type="presParOf" srcId="{7E8AEF55-8823-4265-9577-4F94EA06CB3F}" destId="{4C32DD3D-7A90-4122-B280-2AADBEC84AD7}" srcOrd="1" destOrd="0" presId="urn:microsoft.com/office/officeart/2008/layout/LinedList"/>
    <dgm:cxn modelId="{704C1175-C5D9-4D56-8D14-22EE0D9D1EE6}" type="presParOf" srcId="{0B5B06F5-55B2-46D9-9406-F7DB1FECC871}" destId="{7D4AE49B-0C44-4581-89FD-94BDA76E8213}" srcOrd="8" destOrd="0" presId="urn:microsoft.com/office/officeart/2008/layout/LinedList"/>
    <dgm:cxn modelId="{14408777-8250-4170-B250-141B15548BA2}" type="presParOf" srcId="{0B5B06F5-55B2-46D9-9406-F7DB1FECC871}" destId="{14148FDB-FF93-4355-B222-AA8B30560255}" srcOrd="9" destOrd="0" presId="urn:microsoft.com/office/officeart/2008/layout/LinedList"/>
    <dgm:cxn modelId="{51A9637E-1B15-4673-B09F-AAB903352FAA}" type="presParOf" srcId="{14148FDB-FF93-4355-B222-AA8B30560255}" destId="{C9F7622C-BF38-474D-AD91-E4B9D5DCB9D5}" srcOrd="0" destOrd="0" presId="urn:microsoft.com/office/officeart/2008/layout/LinedList"/>
    <dgm:cxn modelId="{1B3AFAA3-C1A2-4CF6-A709-CA7076C5A1C9}" type="presParOf" srcId="{14148FDB-FF93-4355-B222-AA8B30560255}" destId="{9EF86495-297B-4148-BE79-3E9AC7D24654}" srcOrd="1" destOrd="0" presId="urn:microsoft.com/office/officeart/2008/layout/LinedList"/>
    <dgm:cxn modelId="{B0DD21A6-1CC0-43BA-A7EE-388F37CDCBE5}" type="presParOf" srcId="{0B5B06F5-55B2-46D9-9406-F7DB1FECC871}" destId="{C7890E44-6DCE-4AF9-A082-DB585CC6780F}" srcOrd="10" destOrd="0" presId="urn:microsoft.com/office/officeart/2008/layout/LinedList"/>
    <dgm:cxn modelId="{E7928D26-6014-4728-AB56-A5A575462F17}" type="presParOf" srcId="{0B5B06F5-55B2-46D9-9406-F7DB1FECC871}" destId="{4A302500-EDE4-415A-B25A-9F54E9E892CC}" srcOrd="11" destOrd="0" presId="urn:microsoft.com/office/officeart/2008/layout/LinedList"/>
    <dgm:cxn modelId="{5ACE7698-3BDB-4352-9198-268E3DC42AC8}" type="presParOf" srcId="{4A302500-EDE4-415A-B25A-9F54E9E892CC}" destId="{D2E695EA-EE33-4CD6-850F-3871D90BF77B}" srcOrd="0" destOrd="0" presId="urn:microsoft.com/office/officeart/2008/layout/LinedList"/>
    <dgm:cxn modelId="{5893154F-9E92-4B8D-9FFF-37D351E84ED8}" type="presParOf" srcId="{4A302500-EDE4-415A-B25A-9F54E9E892CC}" destId="{CB1DE9EC-A60B-44F8-A47B-6F0A580EC84B}" srcOrd="1" destOrd="0" presId="urn:microsoft.com/office/officeart/2008/layout/LinedList"/>
    <dgm:cxn modelId="{4BC01085-6448-43F4-BB8A-E6CA5BD41E68}" type="presParOf" srcId="{0B5B06F5-55B2-46D9-9406-F7DB1FECC871}" destId="{285204C9-1746-4F19-9C95-80B91AC36176}" srcOrd="12" destOrd="0" presId="urn:microsoft.com/office/officeart/2008/layout/LinedList"/>
    <dgm:cxn modelId="{3C72F22E-9524-41FB-9CE3-68ED8D22FCED}" type="presParOf" srcId="{0B5B06F5-55B2-46D9-9406-F7DB1FECC871}" destId="{C3179EBE-F4F6-42F2-A421-4A06BF5CA981}" srcOrd="13" destOrd="0" presId="urn:microsoft.com/office/officeart/2008/layout/LinedList"/>
    <dgm:cxn modelId="{2285C227-14B9-4938-802D-FB8A42D4146A}" type="presParOf" srcId="{C3179EBE-F4F6-42F2-A421-4A06BF5CA981}" destId="{D0C7B97E-A30C-4803-B21F-7E064F5321B1}" srcOrd="0" destOrd="0" presId="urn:microsoft.com/office/officeart/2008/layout/LinedList"/>
    <dgm:cxn modelId="{EA9E0B78-D284-4D8E-986C-938DD5C22125}" type="presParOf" srcId="{C3179EBE-F4F6-42F2-A421-4A06BF5CA981}" destId="{03875846-C414-4D48-9870-BCB304BA6FC6}" srcOrd="1" destOrd="0" presId="urn:microsoft.com/office/officeart/2008/layout/LinedList"/>
    <dgm:cxn modelId="{66B8BDBE-BCE1-471F-A29D-6E1C67680D67}" type="presParOf" srcId="{0B5B06F5-55B2-46D9-9406-F7DB1FECC871}" destId="{8869F3AF-137C-43F3-A819-3AF2A8089FF2}" srcOrd="14" destOrd="0" presId="urn:microsoft.com/office/officeart/2008/layout/LinedList"/>
    <dgm:cxn modelId="{85CF61B7-554B-4EE4-A23D-9BCE5F89340D}" type="presParOf" srcId="{0B5B06F5-55B2-46D9-9406-F7DB1FECC871}" destId="{A2C17A40-E755-4262-B6F8-0016A97ADE30}" srcOrd="15" destOrd="0" presId="urn:microsoft.com/office/officeart/2008/layout/LinedList"/>
    <dgm:cxn modelId="{381FB5BA-2D51-4B4A-8AAB-6DB864A7E701}" type="presParOf" srcId="{A2C17A40-E755-4262-B6F8-0016A97ADE30}" destId="{AD7971DD-EF70-440E-A286-3FA49DD93B76}" srcOrd="0" destOrd="0" presId="urn:microsoft.com/office/officeart/2008/layout/LinedList"/>
    <dgm:cxn modelId="{6EE11EF3-9674-4452-B70E-575DC31F3557}" type="presParOf" srcId="{A2C17A40-E755-4262-B6F8-0016A97ADE30}" destId="{9EEE5E37-49FF-4695-A91C-C1C3DBF763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04D9E9-3386-402D-B371-3E781699F79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4784E89-97BA-4D93-9B80-96573ED57D21}">
      <dgm:prSet/>
      <dgm:spPr/>
      <dgm:t>
        <a:bodyPr/>
        <a:lstStyle/>
        <a:p>
          <a:r>
            <a:rPr lang="en-US"/>
            <a:t>1. Strong Q4 spikes</a:t>
          </a:r>
        </a:p>
      </dgm:t>
    </dgm:pt>
    <dgm:pt modelId="{FA7DC8E7-FD70-47E8-BDD9-7EDD4D4C933A}" type="parTrans" cxnId="{2F46F81C-36F2-4D40-AC6C-018B7A1D6164}">
      <dgm:prSet/>
      <dgm:spPr/>
      <dgm:t>
        <a:bodyPr/>
        <a:lstStyle/>
        <a:p>
          <a:endParaRPr lang="en-US"/>
        </a:p>
      </dgm:t>
    </dgm:pt>
    <dgm:pt modelId="{D8D3513B-FC56-409E-A0B5-3820DB56AE1D}" type="sibTrans" cxnId="{2F46F81C-36F2-4D40-AC6C-018B7A1D6164}">
      <dgm:prSet/>
      <dgm:spPr/>
      <dgm:t>
        <a:bodyPr/>
        <a:lstStyle/>
        <a:p>
          <a:endParaRPr lang="en-US"/>
        </a:p>
      </dgm:t>
    </dgm:pt>
    <dgm:pt modelId="{EC32C863-C851-4BB9-A12D-20C742129677}">
      <dgm:prSet/>
      <dgm:spPr/>
      <dgm:t>
        <a:bodyPr/>
        <a:lstStyle/>
        <a:p>
          <a:r>
            <a:rPr lang="en-US"/>
            <a:t>2. Phones &amp; Chairs lead</a:t>
          </a:r>
        </a:p>
      </dgm:t>
    </dgm:pt>
    <dgm:pt modelId="{2EB0B309-8CAD-4E9F-9DE9-F8A72DCF62E4}" type="parTrans" cxnId="{19F51F28-BD69-4031-BCEF-480F78FBEED3}">
      <dgm:prSet/>
      <dgm:spPr/>
      <dgm:t>
        <a:bodyPr/>
        <a:lstStyle/>
        <a:p>
          <a:endParaRPr lang="en-US"/>
        </a:p>
      </dgm:t>
    </dgm:pt>
    <dgm:pt modelId="{E931609D-98DB-4469-8DCA-686631FFD1A6}" type="sibTrans" cxnId="{19F51F28-BD69-4031-BCEF-480F78FBEED3}">
      <dgm:prSet/>
      <dgm:spPr/>
      <dgm:t>
        <a:bodyPr/>
        <a:lstStyle/>
        <a:p>
          <a:endParaRPr lang="en-US"/>
        </a:p>
      </dgm:t>
    </dgm:pt>
    <dgm:pt modelId="{C115960C-19CF-4FA5-A017-CCEBE798DBF0}">
      <dgm:prSet/>
      <dgm:spPr/>
      <dgm:t>
        <a:bodyPr/>
        <a:lstStyle/>
        <a:p>
          <a:r>
            <a:rPr lang="en-US"/>
            <a:t>3. Consumers dominate</a:t>
          </a:r>
        </a:p>
      </dgm:t>
    </dgm:pt>
    <dgm:pt modelId="{52F86E2B-5695-4BF4-982A-CF1E9BFA6811}" type="parTrans" cxnId="{3E2D9BFC-FA19-4B55-ABBD-AFF5E246A8B2}">
      <dgm:prSet/>
      <dgm:spPr/>
      <dgm:t>
        <a:bodyPr/>
        <a:lstStyle/>
        <a:p>
          <a:endParaRPr lang="en-US"/>
        </a:p>
      </dgm:t>
    </dgm:pt>
    <dgm:pt modelId="{2A5069DD-6DC6-4EA7-8F40-73D68218F451}" type="sibTrans" cxnId="{3E2D9BFC-FA19-4B55-ABBD-AFF5E246A8B2}">
      <dgm:prSet/>
      <dgm:spPr/>
      <dgm:t>
        <a:bodyPr/>
        <a:lstStyle/>
        <a:p>
          <a:endParaRPr lang="en-US"/>
        </a:p>
      </dgm:t>
    </dgm:pt>
    <dgm:pt modelId="{727206D1-9795-429F-8F87-4B84A185D7F0}">
      <dgm:prSet/>
      <dgm:spPr/>
      <dgm:t>
        <a:bodyPr/>
        <a:lstStyle/>
        <a:p>
          <a:r>
            <a:rPr lang="en-US"/>
            <a:t>4. High discount = low profit</a:t>
          </a:r>
        </a:p>
      </dgm:t>
    </dgm:pt>
    <dgm:pt modelId="{118C2802-F8E3-4D6C-945C-71EE12B4DF41}" type="parTrans" cxnId="{92EFF297-809C-454C-B1A6-428847C64CC0}">
      <dgm:prSet/>
      <dgm:spPr/>
      <dgm:t>
        <a:bodyPr/>
        <a:lstStyle/>
        <a:p>
          <a:endParaRPr lang="en-US"/>
        </a:p>
      </dgm:t>
    </dgm:pt>
    <dgm:pt modelId="{49715699-F997-47BA-A9FA-2D85614777BF}" type="sibTrans" cxnId="{92EFF297-809C-454C-B1A6-428847C64CC0}">
      <dgm:prSet/>
      <dgm:spPr/>
      <dgm:t>
        <a:bodyPr/>
        <a:lstStyle/>
        <a:p>
          <a:endParaRPr lang="en-US"/>
        </a:p>
      </dgm:t>
    </dgm:pt>
    <dgm:pt modelId="{997B40C6-F3F2-4F8A-B430-DD75227610C3}">
      <dgm:prSet/>
      <dgm:spPr/>
      <dgm:t>
        <a:bodyPr/>
        <a:lstStyle/>
        <a:p>
          <a:r>
            <a:rPr lang="en-US"/>
            <a:t>5. Faster shipping = satisfaction</a:t>
          </a:r>
        </a:p>
      </dgm:t>
    </dgm:pt>
    <dgm:pt modelId="{4B9428FF-F47A-477F-A882-BF6B2845DCB0}" type="parTrans" cxnId="{9CA96F44-BBCB-4C66-90CF-C37E8257A9B7}">
      <dgm:prSet/>
      <dgm:spPr/>
      <dgm:t>
        <a:bodyPr/>
        <a:lstStyle/>
        <a:p>
          <a:endParaRPr lang="en-US"/>
        </a:p>
      </dgm:t>
    </dgm:pt>
    <dgm:pt modelId="{B9E46CD6-48BB-4117-AA7C-6970EAAAB19F}" type="sibTrans" cxnId="{9CA96F44-BBCB-4C66-90CF-C37E8257A9B7}">
      <dgm:prSet/>
      <dgm:spPr/>
      <dgm:t>
        <a:bodyPr/>
        <a:lstStyle/>
        <a:p>
          <a:endParaRPr lang="en-US"/>
        </a:p>
      </dgm:t>
    </dgm:pt>
    <dgm:pt modelId="{8F5E1377-F6F9-4396-AB7F-75D0E3235BB4}">
      <dgm:prSet/>
      <dgm:spPr/>
      <dgm:t>
        <a:bodyPr/>
        <a:lstStyle/>
        <a:p>
          <a:r>
            <a:rPr lang="en-US"/>
            <a:t>6. West &amp; East regions strong</a:t>
          </a:r>
        </a:p>
      </dgm:t>
    </dgm:pt>
    <dgm:pt modelId="{60545D90-13CA-4D0B-A364-00121A345D5B}" type="parTrans" cxnId="{2C69A073-D929-436C-AEB6-D21D8A907854}">
      <dgm:prSet/>
      <dgm:spPr/>
      <dgm:t>
        <a:bodyPr/>
        <a:lstStyle/>
        <a:p>
          <a:endParaRPr lang="en-US"/>
        </a:p>
      </dgm:t>
    </dgm:pt>
    <dgm:pt modelId="{414811F4-6949-4E13-9B97-C174FDE8D735}" type="sibTrans" cxnId="{2C69A073-D929-436C-AEB6-D21D8A907854}">
      <dgm:prSet/>
      <dgm:spPr/>
      <dgm:t>
        <a:bodyPr/>
        <a:lstStyle/>
        <a:p>
          <a:endParaRPr lang="en-US"/>
        </a:p>
      </dgm:t>
    </dgm:pt>
    <dgm:pt modelId="{1E70DFA9-A54F-4D2A-9D2B-E97481205A4C}">
      <dgm:prSet/>
      <dgm:spPr/>
      <dgm:t>
        <a:bodyPr/>
        <a:lstStyle/>
        <a:p>
          <a:r>
            <a:rPr lang="en-US"/>
            <a:t>7. Sales and profit grow steadily</a:t>
          </a:r>
        </a:p>
      </dgm:t>
    </dgm:pt>
    <dgm:pt modelId="{4F52809F-3046-4622-8901-6F87DC3C2740}" type="parTrans" cxnId="{B7CF2FF7-0663-41C9-B65A-F2E0C1151843}">
      <dgm:prSet/>
      <dgm:spPr/>
      <dgm:t>
        <a:bodyPr/>
        <a:lstStyle/>
        <a:p>
          <a:endParaRPr lang="en-US"/>
        </a:p>
      </dgm:t>
    </dgm:pt>
    <dgm:pt modelId="{A0FECBCF-66C4-4823-9B03-AAB69D2A5570}" type="sibTrans" cxnId="{B7CF2FF7-0663-41C9-B65A-F2E0C1151843}">
      <dgm:prSet/>
      <dgm:spPr/>
      <dgm:t>
        <a:bodyPr/>
        <a:lstStyle/>
        <a:p>
          <a:endParaRPr lang="en-US"/>
        </a:p>
      </dgm:t>
    </dgm:pt>
    <dgm:pt modelId="{C477D021-B163-4E8F-B26D-85CC2BD5A1CC}">
      <dgm:prSet/>
      <dgm:spPr/>
      <dgm:t>
        <a:bodyPr/>
        <a:lstStyle/>
        <a:p>
          <a:r>
            <a:rPr lang="en-US"/>
            <a:t>8. Canon copiers low profitability</a:t>
          </a:r>
        </a:p>
      </dgm:t>
    </dgm:pt>
    <dgm:pt modelId="{5C33EA46-03D8-42B0-B429-9A07718DC028}" type="parTrans" cxnId="{5B64DD24-FCD3-4C04-A1DE-6C2FF3971D1B}">
      <dgm:prSet/>
      <dgm:spPr/>
      <dgm:t>
        <a:bodyPr/>
        <a:lstStyle/>
        <a:p>
          <a:endParaRPr lang="en-US"/>
        </a:p>
      </dgm:t>
    </dgm:pt>
    <dgm:pt modelId="{3FE89DB8-9317-4F4C-A42B-A1C643C3FFED}" type="sibTrans" cxnId="{5B64DD24-FCD3-4C04-A1DE-6C2FF3971D1B}">
      <dgm:prSet/>
      <dgm:spPr/>
      <dgm:t>
        <a:bodyPr/>
        <a:lstStyle/>
        <a:p>
          <a:endParaRPr lang="en-US"/>
        </a:p>
      </dgm:t>
    </dgm:pt>
    <dgm:pt modelId="{1DD847D8-8539-49C5-A29F-FF1BAB73A447}" type="pres">
      <dgm:prSet presAssocID="{4904D9E9-3386-402D-B371-3E781699F799}" presName="diagram" presStyleCnt="0">
        <dgm:presLayoutVars>
          <dgm:dir/>
          <dgm:resizeHandles val="exact"/>
        </dgm:presLayoutVars>
      </dgm:prSet>
      <dgm:spPr/>
    </dgm:pt>
    <dgm:pt modelId="{093BFA67-72EB-49A9-BCA4-0E0D3CB66909}" type="pres">
      <dgm:prSet presAssocID="{64784E89-97BA-4D93-9B80-96573ED57D21}" presName="node" presStyleLbl="node1" presStyleIdx="0" presStyleCnt="8">
        <dgm:presLayoutVars>
          <dgm:bulletEnabled val="1"/>
        </dgm:presLayoutVars>
      </dgm:prSet>
      <dgm:spPr/>
    </dgm:pt>
    <dgm:pt modelId="{3174B2C5-D5AC-4D41-AF47-5960A33DA3AE}" type="pres">
      <dgm:prSet presAssocID="{D8D3513B-FC56-409E-A0B5-3820DB56AE1D}" presName="sibTrans" presStyleCnt="0"/>
      <dgm:spPr/>
    </dgm:pt>
    <dgm:pt modelId="{D0741078-577B-4DC4-9668-CD7B69C9128F}" type="pres">
      <dgm:prSet presAssocID="{EC32C863-C851-4BB9-A12D-20C742129677}" presName="node" presStyleLbl="node1" presStyleIdx="1" presStyleCnt="8">
        <dgm:presLayoutVars>
          <dgm:bulletEnabled val="1"/>
        </dgm:presLayoutVars>
      </dgm:prSet>
      <dgm:spPr/>
    </dgm:pt>
    <dgm:pt modelId="{D408516A-449C-4230-8703-E0C393F81D40}" type="pres">
      <dgm:prSet presAssocID="{E931609D-98DB-4469-8DCA-686631FFD1A6}" presName="sibTrans" presStyleCnt="0"/>
      <dgm:spPr/>
    </dgm:pt>
    <dgm:pt modelId="{85371BC4-5B15-40A3-A600-27FBF6386AF2}" type="pres">
      <dgm:prSet presAssocID="{C115960C-19CF-4FA5-A017-CCEBE798DBF0}" presName="node" presStyleLbl="node1" presStyleIdx="2" presStyleCnt="8">
        <dgm:presLayoutVars>
          <dgm:bulletEnabled val="1"/>
        </dgm:presLayoutVars>
      </dgm:prSet>
      <dgm:spPr/>
    </dgm:pt>
    <dgm:pt modelId="{A43380FB-31B6-47C5-9A4B-CE22EA7687B5}" type="pres">
      <dgm:prSet presAssocID="{2A5069DD-6DC6-4EA7-8F40-73D68218F451}" presName="sibTrans" presStyleCnt="0"/>
      <dgm:spPr/>
    </dgm:pt>
    <dgm:pt modelId="{0A7EE794-1B85-4CA6-B4F2-B1A9C035100C}" type="pres">
      <dgm:prSet presAssocID="{727206D1-9795-429F-8F87-4B84A185D7F0}" presName="node" presStyleLbl="node1" presStyleIdx="3" presStyleCnt="8">
        <dgm:presLayoutVars>
          <dgm:bulletEnabled val="1"/>
        </dgm:presLayoutVars>
      </dgm:prSet>
      <dgm:spPr/>
    </dgm:pt>
    <dgm:pt modelId="{D7A50154-A5E6-4883-8130-9D4553990F0D}" type="pres">
      <dgm:prSet presAssocID="{49715699-F997-47BA-A9FA-2D85614777BF}" presName="sibTrans" presStyleCnt="0"/>
      <dgm:spPr/>
    </dgm:pt>
    <dgm:pt modelId="{DFA34FCE-C88D-4D83-9C87-56D73C6115ED}" type="pres">
      <dgm:prSet presAssocID="{997B40C6-F3F2-4F8A-B430-DD75227610C3}" presName="node" presStyleLbl="node1" presStyleIdx="4" presStyleCnt="8">
        <dgm:presLayoutVars>
          <dgm:bulletEnabled val="1"/>
        </dgm:presLayoutVars>
      </dgm:prSet>
      <dgm:spPr/>
    </dgm:pt>
    <dgm:pt modelId="{6E5B7EC8-51C0-4A8A-8BD5-4BD87CA276A9}" type="pres">
      <dgm:prSet presAssocID="{B9E46CD6-48BB-4117-AA7C-6970EAAAB19F}" presName="sibTrans" presStyleCnt="0"/>
      <dgm:spPr/>
    </dgm:pt>
    <dgm:pt modelId="{0D59FA84-ACC1-4F2C-9DC7-76290A802C7C}" type="pres">
      <dgm:prSet presAssocID="{8F5E1377-F6F9-4396-AB7F-75D0E3235BB4}" presName="node" presStyleLbl="node1" presStyleIdx="5" presStyleCnt="8">
        <dgm:presLayoutVars>
          <dgm:bulletEnabled val="1"/>
        </dgm:presLayoutVars>
      </dgm:prSet>
      <dgm:spPr/>
    </dgm:pt>
    <dgm:pt modelId="{1D930D38-C5B4-4D21-B53D-9459181AC3FD}" type="pres">
      <dgm:prSet presAssocID="{414811F4-6949-4E13-9B97-C174FDE8D735}" presName="sibTrans" presStyleCnt="0"/>
      <dgm:spPr/>
    </dgm:pt>
    <dgm:pt modelId="{C39ECE88-0A87-4970-AD28-911154E821DE}" type="pres">
      <dgm:prSet presAssocID="{1E70DFA9-A54F-4D2A-9D2B-E97481205A4C}" presName="node" presStyleLbl="node1" presStyleIdx="6" presStyleCnt="8">
        <dgm:presLayoutVars>
          <dgm:bulletEnabled val="1"/>
        </dgm:presLayoutVars>
      </dgm:prSet>
      <dgm:spPr/>
    </dgm:pt>
    <dgm:pt modelId="{D59F076C-0F91-4789-89A4-19A0D6F56AE5}" type="pres">
      <dgm:prSet presAssocID="{A0FECBCF-66C4-4823-9B03-AAB69D2A5570}" presName="sibTrans" presStyleCnt="0"/>
      <dgm:spPr/>
    </dgm:pt>
    <dgm:pt modelId="{A73FCE92-A8DF-4C49-ACD6-469DC6F3150D}" type="pres">
      <dgm:prSet presAssocID="{C477D021-B163-4E8F-B26D-85CC2BD5A1CC}" presName="node" presStyleLbl="node1" presStyleIdx="7" presStyleCnt="8">
        <dgm:presLayoutVars>
          <dgm:bulletEnabled val="1"/>
        </dgm:presLayoutVars>
      </dgm:prSet>
      <dgm:spPr/>
    </dgm:pt>
  </dgm:ptLst>
  <dgm:cxnLst>
    <dgm:cxn modelId="{E905E50C-4139-4AC6-ABF0-A245CCC2739F}" type="presOf" srcId="{727206D1-9795-429F-8F87-4B84A185D7F0}" destId="{0A7EE794-1B85-4CA6-B4F2-B1A9C035100C}" srcOrd="0" destOrd="0" presId="urn:microsoft.com/office/officeart/2005/8/layout/default"/>
    <dgm:cxn modelId="{F6C0CB19-79D4-462D-A789-6E3F6A4602C7}" type="presOf" srcId="{EC32C863-C851-4BB9-A12D-20C742129677}" destId="{D0741078-577B-4DC4-9668-CD7B69C9128F}" srcOrd="0" destOrd="0" presId="urn:microsoft.com/office/officeart/2005/8/layout/default"/>
    <dgm:cxn modelId="{2F46F81C-36F2-4D40-AC6C-018B7A1D6164}" srcId="{4904D9E9-3386-402D-B371-3E781699F799}" destId="{64784E89-97BA-4D93-9B80-96573ED57D21}" srcOrd="0" destOrd="0" parTransId="{FA7DC8E7-FD70-47E8-BDD9-7EDD4D4C933A}" sibTransId="{D8D3513B-FC56-409E-A0B5-3820DB56AE1D}"/>
    <dgm:cxn modelId="{5B64DD24-FCD3-4C04-A1DE-6C2FF3971D1B}" srcId="{4904D9E9-3386-402D-B371-3E781699F799}" destId="{C477D021-B163-4E8F-B26D-85CC2BD5A1CC}" srcOrd="7" destOrd="0" parTransId="{5C33EA46-03D8-42B0-B429-9A07718DC028}" sibTransId="{3FE89DB8-9317-4F4C-A42B-A1C643C3FFED}"/>
    <dgm:cxn modelId="{19F51F28-BD69-4031-BCEF-480F78FBEED3}" srcId="{4904D9E9-3386-402D-B371-3E781699F799}" destId="{EC32C863-C851-4BB9-A12D-20C742129677}" srcOrd="1" destOrd="0" parTransId="{2EB0B309-8CAD-4E9F-9DE9-F8A72DCF62E4}" sibTransId="{E931609D-98DB-4469-8DCA-686631FFD1A6}"/>
    <dgm:cxn modelId="{BB020C5F-2BFB-401B-A1E6-2C559FC99D9A}" type="presOf" srcId="{4904D9E9-3386-402D-B371-3E781699F799}" destId="{1DD847D8-8539-49C5-A29F-FF1BAB73A447}" srcOrd="0" destOrd="0" presId="urn:microsoft.com/office/officeart/2005/8/layout/default"/>
    <dgm:cxn modelId="{9CA96F44-BBCB-4C66-90CF-C37E8257A9B7}" srcId="{4904D9E9-3386-402D-B371-3E781699F799}" destId="{997B40C6-F3F2-4F8A-B430-DD75227610C3}" srcOrd="4" destOrd="0" parTransId="{4B9428FF-F47A-477F-A882-BF6B2845DCB0}" sibTransId="{B9E46CD6-48BB-4117-AA7C-6970EAAAB19F}"/>
    <dgm:cxn modelId="{2C69A073-D929-436C-AEB6-D21D8A907854}" srcId="{4904D9E9-3386-402D-B371-3E781699F799}" destId="{8F5E1377-F6F9-4396-AB7F-75D0E3235BB4}" srcOrd="5" destOrd="0" parTransId="{60545D90-13CA-4D0B-A364-00121A345D5B}" sibTransId="{414811F4-6949-4E13-9B97-C174FDE8D735}"/>
    <dgm:cxn modelId="{3A5C4F75-B819-4B72-BA46-1A2989CF4E70}" type="presOf" srcId="{64784E89-97BA-4D93-9B80-96573ED57D21}" destId="{093BFA67-72EB-49A9-BCA4-0E0D3CB66909}" srcOrd="0" destOrd="0" presId="urn:microsoft.com/office/officeart/2005/8/layout/default"/>
    <dgm:cxn modelId="{360E0F84-10FA-4E3E-8FF9-78BB8FD377A6}" type="presOf" srcId="{8F5E1377-F6F9-4396-AB7F-75D0E3235BB4}" destId="{0D59FA84-ACC1-4F2C-9DC7-76290A802C7C}" srcOrd="0" destOrd="0" presId="urn:microsoft.com/office/officeart/2005/8/layout/default"/>
    <dgm:cxn modelId="{95623084-5E8A-4D13-A584-CFA74E212096}" type="presOf" srcId="{C115960C-19CF-4FA5-A017-CCEBE798DBF0}" destId="{85371BC4-5B15-40A3-A600-27FBF6386AF2}" srcOrd="0" destOrd="0" presId="urn:microsoft.com/office/officeart/2005/8/layout/default"/>
    <dgm:cxn modelId="{92EFF297-809C-454C-B1A6-428847C64CC0}" srcId="{4904D9E9-3386-402D-B371-3E781699F799}" destId="{727206D1-9795-429F-8F87-4B84A185D7F0}" srcOrd="3" destOrd="0" parTransId="{118C2802-F8E3-4D6C-945C-71EE12B4DF41}" sibTransId="{49715699-F997-47BA-A9FA-2D85614777BF}"/>
    <dgm:cxn modelId="{DA106A9B-9CFD-4C67-A72B-46CF71B87F09}" type="presOf" srcId="{997B40C6-F3F2-4F8A-B430-DD75227610C3}" destId="{DFA34FCE-C88D-4D83-9C87-56D73C6115ED}" srcOrd="0" destOrd="0" presId="urn:microsoft.com/office/officeart/2005/8/layout/default"/>
    <dgm:cxn modelId="{D00191A6-D692-4DF5-9401-0675DD6423C4}" type="presOf" srcId="{1E70DFA9-A54F-4D2A-9D2B-E97481205A4C}" destId="{C39ECE88-0A87-4970-AD28-911154E821DE}" srcOrd="0" destOrd="0" presId="urn:microsoft.com/office/officeart/2005/8/layout/default"/>
    <dgm:cxn modelId="{B40552DC-BDB1-43C5-9FB6-423D663AB6B2}" type="presOf" srcId="{C477D021-B163-4E8F-B26D-85CC2BD5A1CC}" destId="{A73FCE92-A8DF-4C49-ACD6-469DC6F3150D}" srcOrd="0" destOrd="0" presId="urn:microsoft.com/office/officeart/2005/8/layout/default"/>
    <dgm:cxn modelId="{B7CF2FF7-0663-41C9-B65A-F2E0C1151843}" srcId="{4904D9E9-3386-402D-B371-3E781699F799}" destId="{1E70DFA9-A54F-4D2A-9D2B-E97481205A4C}" srcOrd="6" destOrd="0" parTransId="{4F52809F-3046-4622-8901-6F87DC3C2740}" sibTransId="{A0FECBCF-66C4-4823-9B03-AAB69D2A5570}"/>
    <dgm:cxn modelId="{3E2D9BFC-FA19-4B55-ABBD-AFF5E246A8B2}" srcId="{4904D9E9-3386-402D-B371-3E781699F799}" destId="{C115960C-19CF-4FA5-A017-CCEBE798DBF0}" srcOrd="2" destOrd="0" parTransId="{52F86E2B-5695-4BF4-982A-CF1E9BFA6811}" sibTransId="{2A5069DD-6DC6-4EA7-8F40-73D68218F451}"/>
    <dgm:cxn modelId="{3D3C8CB0-1102-45CE-B308-7983B2CC4596}" type="presParOf" srcId="{1DD847D8-8539-49C5-A29F-FF1BAB73A447}" destId="{093BFA67-72EB-49A9-BCA4-0E0D3CB66909}" srcOrd="0" destOrd="0" presId="urn:microsoft.com/office/officeart/2005/8/layout/default"/>
    <dgm:cxn modelId="{0A5CD88B-A40A-408E-B934-6D69D2C5080B}" type="presParOf" srcId="{1DD847D8-8539-49C5-A29F-FF1BAB73A447}" destId="{3174B2C5-D5AC-4D41-AF47-5960A33DA3AE}" srcOrd="1" destOrd="0" presId="urn:microsoft.com/office/officeart/2005/8/layout/default"/>
    <dgm:cxn modelId="{488F8DDB-3B05-40FA-A41A-8C4ED7C1AB11}" type="presParOf" srcId="{1DD847D8-8539-49C5-A29F-FF1BAB73A447}" destId="{D0741078-577B-4DC4-9668-CD7B69C9128F}" srcOrd="2" destOrd="0" presId="urn:microsoft.com/office/officeart/2005/8/layout/default"/>
    <dgm:cxn modelId="{D33DF39F-8083-4FAF-BB98-D13DABEBFA36}" type="presParOf" srcId="{1DD847D8-8539-49C5-A29F-FF1BAB73A447}" destId="{D408516A-449C-4230-8703-E0C393F81D40}" srcOrd="3" destOrd="0" presId="urn:microsoft.com/office/officeart/2005/8/layout/default"/>
    <dgm:cxn modelId="{09B6B62B-F8BD-4DD6-A66B-1735E1AD3AAB}" type="presParOf" srcId="{1DD847D8-8539-49C5-A29F-FF1BAB73A447}" destId="{85371BC4-5B15-40A3-A600-27FBF6386AF2}" srcOrd="4" destOrd="0" presId="urn:microsoft.com/office/officeart/2005/8/layout/default"/>
    <dgm:cxn modelId="{81C732B4-E657-459D-9021-A424D06C6A65}" type="presParOf" srcId="{1DD847D8-8539-49C5-A29F-FF1BAB73A447}" destId="{A43380FB-31B6-47C5-9A4B-CE22EA7687B5}" srcOrd="5" destOrd="0" presId="urn:microsoft.com/office/officeart/2005/8/layout/default"/>
    <dgm:cxn modelId="{7FA05E58-A553-48C0-A616-B2377048AEC3}" type="presParOf" srcId="{1DD847D8-8539-49C5-A29F-FF1BAB73A447}" destId="{0A7EE794-1B85-4CA6-B4F2-B1A9C035100C}" srcOrd="6" destOrd="0" presId="urn:microsoft.com/office/officeart/2005/8/layout/default"/>
    <dgm:cxn modelId="{B05DF0B3-5FFD-4A40-8C4A-23C34103441A}" type="presParOf" srcId="{1DD847D8-8539-49C5-A29F-FF1BAB73A447}" destId="{D7A50154-A5E6-4883-8130-9D4553990F0D}" srcOrd="7" destOrd="0" presId="urn:microsoft.com/office/officeart/2005/8/layout/default"/>
    <dgm:cxn modelId="{80E97675-CBE3-4993-B0E6-BB1568F075DB}" type="presParOf" srcId="{1DD847D8-8539-49C5-A29F-FF1BAB73A447}" destId="{DFA34FCE-C88D-4D83-9C87-56D73C6115ED}" srcOrd="8" destOrd="0" presId="urn:microsoft.com/office/officeart/2005/8/layout/default"/>
    <dgm:cxn modelId="{167F80CC-32C1-41C0-BE73-EA524874BDA7}" type="presParOf" srcId="{1DD847D8-8539-49C5-A29F-FF1BAB73A447}" destId="{6E5B7EC8-51C0-4A8A-8BD5-4BD87CA276A9}" srcOrd="9" destOrd="0" presId="urn:microsoft.com/office/officeart/2005/8/layout/default"/>
    <dgm:cxn modelId="{49D79023-D1BD-46C6-87FA-937F916F23D0}" type="presParOf" srcId="{1DD847D8-8539-49C5-A29F-FF1BAB73A447}" destId="{0D59FA84-ACC1-4F2C-9DC7-76290A802C7C}" srcOrd="10" destOrd="0" presId="urn:microsoft.com/office/officeart/2005/8/layout/default"/>
    <dgm:cxn modelId="{71212A1B-41B6-4CF2-96BA-CBE1CF289B66}" type="presParOf" srcId="{1DD847D8-8539-49C5-A29F-FF1BAB73A447}" destId="{1D930D38-C5B4-4D21-B53D-9459181AC3FD}" srcOrd="11" destOrd="0" presId="urn:microsoft.com/office/officeart/2005/8/layout/default"/>
    <dgm:cxn modelId="{DBE03125-6513-4140-B608-D1A18020A521}" type="presParOf" srcId="{1DD847D8-8539-49C5-A29F-FF1BAB73A447}" destId="{C39ECE88-0A87-4970-AD28-911154E821DE}" srcOrd="12" destOrd="0" presId="urn:microsoft.com/office/officeart/2005/8/layout/default"/>
    <dgm:cxn modelId="{45D28BCF-DB49-48E5-B14D-F7FFB7A83F3B}" type="presParOf" srcId="{1DD847D8-8539-49C5-A29F-FF1BAB73A447}" destId="{D59F076C-0F91-4789-89A4-19A0D6F56AE5}" srcOrd="13" destOrd="0" presId="urn:microsoft.com/office/officeart/2005/8/layout/default"/>
    <dgm:cxn modelId="{386EB138-4E84-4573-A51B-972BB114736E}" type="presParOf" srcId="{1DD847D8-8539-49C5-A29F-FF1BAB73A447}" destId="{A73FCE92-A8DF-4C49-ACD6-469DC6F3150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C474E-5A2C-4770-A0C6-0CA7F1C4E134}">
      <dsp:nvSpPr>
        <dsp:cNvPr id="0" name=""/>
        <dsp:cNvSpPr/>
      </dsp:nvSpPr>
      <dsp:spPr>
        <a:xfrm>
          <a:off x="0" y="4891513"/>
          <a:ext cx="1293846" cy="6420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Deliver</a:t>
          </a:r>
        </a:p>
      </dsp:txBody>
      <dsp:txXfrm>
        <a:off x="0" y="4891513"/>
        <a:ext cx="1293846" cy="642008"/>
      </dsp:txXfrm>
    </dsp:sp>
    <dsp:sp modelId="{31F4E829-FCD3-4679-8A48-DAEF97EAEE5A}">
      <dsp:nvSpPr>
        <dsp:cNvPr id="0" name=""/>
        <dsp:cNvSpPr/>
      </dsp:nvSpPr>
      <dsp:spPr>
        <a:xfrm>
          <a:off x="1293846" y="4891513"/>
          <a:ext cx="3881538" cy="6420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Deliver actionable recommendations</a:t>
          </a:r>
        </a:p>
      </dsp:txBody>
      <dsp:txXfrm>
        <a:off x="1293846" y="4891513"/>
        <a:ext cx="3881538" cy="642008"/>
      </dsp:txXfrm>
    </dsp:sp>
    <dsp:sp modelId="{7EFE7931-E2BF-4009-BBA0-E1A0F9219490}">
      <dsp:nvSpPr>
        <dsp:cNvPr id="0" name=""/>
        <dsp:cNvSpPr/>
      </dsp:nvSpPr>
      <dsp:spPr>
        <a:xfrm rot="10800000">
          <a:off x="0" y="3913734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Examine</a:t>
          </a:r>
        </a:p>
      </dsp:txBody>
      <dsp:txXfrm rot="-10800000">
        <a:off x="0" y="3913734"/>
        <a:ext cx="1293846" cy="641815"/>
      </dsp:txXfrm>
    </dsp:sp>
    <dsp:sp modelId="{6E095CE9-FD05-4B0C-BB48-B7E20F4CE707}">
      <dsp:nvSpPr>
        <dsp:cNvPr id="0" name=""/>
        <dsp:cNvSpPr/>
      </dsp:nvSpPr>
      <dsp:spPr>
        <a:xfrm>
          <a:off x="1293846" y="3913734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1005164"/>
            <a:satOff val="-876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005164"/>
              <a:satOff val="-876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Examine shipping &amp; satisfaction</a:t>
          </a:r>
        </a:p>
      </dsp:txBody>
      <dsp:txXfrm>
        <a:off x="1293846" y="3913734"/>
        <a:ext cx="3881538" cy="641815"/>
      </dsp:txXfrm>
    </dsp:sp>
    <dsp:sp modelId="{E7B10014-C0D9-42B8-8187-5DCFE60E33AA}">
      <dsp:nvSpPr>
        <dsp:cNvPr id="0" name=""/>
        <dsp:cNvSpPr/>
      </dsp:nvSpPr>
      <dsp:spPr>
        <a:xfrm rot="10800000">
          <a:off x="0" y="2935955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Evaluate</a:t>
          </a:r>
        </a:p>
      </dsp:txBody>
      <dsp:txXfrm rot="-10800000">
        <a:off x="0" y="2935955"/>
        <a:ext cx="1293846" cy="641815"/>
      </dsp:txXfrm>
    </dsp:sp>
    <dsp:sp modelId="{1C74C24E-7C11-4C37-B98A-04C24C9F0ADA}">
      <dsp:nvSpPr>
        <dsp:cNvPr id="0" name=""/>
        <dsp:cNvSpPr/>
      </dsp:nvSpPr>
      <dsp:spPr>
        <a:xfrm>
          <a:off x="1293846" y="2935955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2010328"/>
            <a:satOff val="-1751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Evaluate discounts effect</a:t>
          </a:r>
        </a:p>
      </dsp:txBody>
      <dsp:txXfrm>
        <a:off x="1293846" y="2935955"/>
        <a:ext cx="3881538" cy="641815"/>
      </dsp:txXfrm>
    </dsp:sp>
    <dsp:sp modelId="{9A697905-6F92-43E3-88B8-850CD3A50FBA}">
      <dsp:nvSpPr>
        <dsp:cNvPr id="0" name=""/>
        <dsp:cNvSpPr/>
      </dsp:nvSpPr>
      <dsp:spPr>
        <a:xfrm rot="10800000">
          <a:off x="0" y="1958176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Understand</a:t>
          </a:r>
        </a:p>
      </dsp:txBody>
      <dsp:txXfrm rot="-10800000">
        <a:off x="0" y="1958176"/>
        <a:ext cx="1293846" cy="641815"/>
      </dsp:txXfrm>
    </dsp:sp>
    <dsp:sp modelId="{A769D618-1133-45CA-8AC5-2FBC00732111}">
      <dsp:nvSpPr>
        <dsp:cNvPr id="0" name=""/>
        <dsp:cNvSpPr/>
      </dsp:nvSpPr>
      <dsp:spPr>
        <a:xfrm>
          <a:off x="1293846" y="1958176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3015493"/>
            <a:satOff val="-2627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015493"/>
              <a:satOff val="-2627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Understand customer segmentation</a:t>
          </a:r>
        </a:p>
      </dsp:txBody>
      <dsp:txXfrm>
        <a:off x="1293846" y="1958176"/>
        <a:ext cx="3881538" cy="641815"/>
      </dsp:txXfrm>
    </dsp:sp>
    <dsp:sp modelId="{29C8E915-B502-4C2A-B5D1-FECDE8BFAC2D}">
      <dsp:nvSpPr>
        <dsp:cNvPr id="0" name=""/>
        <dsp:cNvSpPr/>
      </dsp:nvSpPr>
      <dsp:spPr>
        <a:xfrm rot="10800000">
          <a:off x="0" y="980397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</a:t>
          </a:r>
        </a:p>
      </dsp:txBody>
      <dsp:txXfrm rot="-10800000">
        <a:off x="0" y="980397"/>
        <a:ext cx="1293846" cy="641815"/>
      </dsp:txXfrm>
    </dsp:sp>
    <dsp:sp modelId="{370DF131-249A-48DE-A4C6-55B29B70CF1B}">
      <dsp:nvSpPr>
        <dsp:cNvPr id="0" name=""/>
        <dsp:cNvSpPr/>
      </dsp:nvSpPr>
      <dsp:spPr>
        <a:xfrm>
          <a:off x="1293846" y="980397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4020657"/>
            <a:satOff val="-3502"/>
            <a:lumOff val="-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4020657"/>
              <a:satOff val="-3502"/>
              <a:lumOff val="-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Identify product performance</a:t>
          </a:r>
        </a:p>
      </dsp:txBody>
      <dsp:txXfrm>
        <a:off x="1293846" y="980397"/>
        <a:ext cx="3881538" cy="641815"/>
      </dsp:txXfrm>
    </dsp:sp>
    <dsp:sp modelId="{EC5D47E1-C6D8-40DE-BAF4-FE3117C5C4D8}">
      <dsp:nvSpPr>
        <dsp:cNvPr id="0" name=""/>
        <dsp:cNvSpPr/>
      </dsp:nvSpPr>
      <dsp:spPr>
        <a:xfrm rot="10800000">
          <a:off x="0" y="2618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8016" rIns="92018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</a:t>
          </a:r>
        </a:p>
      </dsp:txBody>
      <dsp:txXfrm rot="-10800000">
        <a:off x="0" y="2618"/>
        <a:ext cx="1293846" cy="641815"/>
      </dsp:txXfrm>
    </dsp:sp>
    <dsp:sp modelId="{AD2464DD-6A35-45FE-96EE-9B35E19FC997}">
      <dsp:nvSpPr>
        <dsp:cNvPr id="0" name=""/>
        <dsp:cNvSpPr/>
      </dsp:nvSpPr>
      <dsp:spPr>
        <a:xfrm>
          <a:off x="1293846" y="2618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Analyze sales performance</a:t>
          </a:r>
        </a:p>
      </dsp:txBody>
      <dsp:txXfrm>
        <a:off x="1293846" y="2618"/>
        <a:ext cx="3881538" cy="6418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3BFE2-E0F5-4F1D-B19B-28990F742B03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26024-D0AD-44D9-80F7-01B2805E3292}">
      <dsp:nvSpPr>
        <dsp:cNvPr id="0" name=""/>
        <dsp:cNvSpPr/>
      </dsp:nvSpPr>
      <dsp:spPr>
        <a:xfrm>
          <a:off x="0" y="0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Sales trend over time</a:t>
          </a:r>
        </a:p>
      </dsp:txBody>
      <dsp:txXfrm>
        <a:off x="0" y="0"/>
        <a:ext cx="5175384" cy="692017"/>
      </dsp:txXfrm>
    </dsp:sp>
    <dsp:sp modelId="{C450EDE7-B11A-48A9-ADFA-D03C379EA89E}">
      <dsp:nvSpPr>
        <dsp:cNvPr id="0" name=""/>
        <dsp:cNvSpPr/>
      </dsp:nvSpPr>
      <dsp:spPr>
        <a:xfrm>
          <a:off x="0" y="692017"/>
          <a:ext cx="5175384" cy="0"/>
        </a:xfrm>
        <a:prstGeom prst="line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accent2">
              <a:hueOff val="668788"/>
              <a:satOff val="-834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A8013-E8E3-4DA2-89FE-D6C400E1C245}">
      <dsp:nvSpPr>
        <dsp:cNvPr id="0" name=""/>
        <dsp:cNvSpPr/>
      </dsp:nvSpPr>
      <dsp:spPr>
        <a:xfrm>
          <a:off x="0" y="692017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Top product categories</a:t>
          </a:r>
        </a:p>
      </dsp:txBody>
      <dsp:txXfrm>
        <a:off x="0" y="692017"/>
        <a:ext cx="5175384" cy="692017"/>
      </dsp:txXfrm>
    </dsp:sp>
    <dsp:sp modelId="{91851377-4724-4351-9E6F-842903D48C32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EB412-9926-4FF0-AD1B-97F5785DEBAF}">
      <dsp:nvSpPr>
        <dsp:cNvPr id="0" name=""/>
        <dsp:cNvSpPr/>
      </dsp:nvSpPr>
      <dsp:spPr>
        <a:xfrm>
          <a:off x="0" y="1384035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Customer segmentation</a:t>
          </a:r>
        </a:p>
      </dsp:txBody>
      <dsp:txXfrm>
        <a:off x="0" y="1384035"/>
        <a:ext cx="5175384" cy="692017"/>
      </dsp:txXfrm>
    </dsp:sp>
    <dsp:sp modelId="{5944E501-3D22-476A-8805-D2DE52F13129}">
      <dsp:nvSpPr>
        <dsp:cNvPr id="0" name=""/>
        <dsp:cNvSpPr/>
      </dsp:nvSpPr>
      <dsp:spPr>
        <a:xfrm>
          <a:off x="0" y="2076052"/>
          <a:ext cx="5175384" cy="0"/>
        </a:xfrm>
        <a:prstGeom prst="line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accent2">
              <a:hueOff val="2006365"/>
              <a:satOff val="-2502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A6E7-73FF-428C-A904-8E18F4E9AFD2}">
      <dsp:nvSpPr>
        <dsp:cNvPr id="0" name=""/>
        <dsp:cNvSpPr/>
      </dsp:nvSpPr>
      <dsp:spPr>
        <a:xfrm>
          <a:off x="0" y="2076052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Discount impact</a:t>
          </a:r>
        </a:p>
      </dsp:txBody>
      <dsp:txXfrm>
        <a:off x="0" y="2076052"/>
        <a:ext cx="5175384" cy="692017"/>
      </dsp:txXfrm>
    </dsp:sp>
    <dsp:sp modelId="{7D4AE49B-0C44-4581-89FD-94BDA76E8213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7622C-BF38-474D-AD91-E4B9D5DCB9D5}">
      <dsp:nvSpPr>
        <dsp:cNvPr id="0" name=""/>
        <dsp:cNvSpPr/>
      </dsp:nvSpPr>
      <dsp:spPr>
        <a:xfrm>
          <a:off x="0" y="2768070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5. Shipping &amp; satisfaction</a:t>
          </a:r>
        </a:p>
      </dsp:txBody>
      <dsp:txXfrm>
        <a:off x="0" y="2768070"/>
        <a:ext cx="5175384" cy="692017"/>
      </dsp:txXfrm>
    </dsp:sp>
    <dsp:sp modelId="{C7890E44-6DCE-4AF9-A082-DB585CC6780F}">
      <dsp:nvSpPr>
        <dsp:cNvPr id="0" name=""/>
        <dsp:cNvSpPr/>
      </dsp:nvSpPr>
      <dsp:spPr>
        <a:xfrm>
          <a:off x="0" y="3460088"/>
          <a:ext cx="5175384" cy="0"/>
        </a:xfrm>
        <a:prstGeom prst="line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accent2">
              <a:hueOff val="3343942"/>
              <a:satOff val="-4171"/>
              <a:lumOff val="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695EA-EE33-4CD6-850F-3871D90BF77B}">
      <dsp:nvSpPr>
        <dsp:cNvPr id="0" name=""/>
        <dsp:cNvSpPr/>
      </dsp:nvSpPr>
      <dsp:spPr>
        <a:xfrm>
          <a:off x="0" y="3460088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6. Regional sales</a:t>
          </a:r>
        </a:p>
      </dsp:txBody>
      <dsp:txXfrm>
        <a:off x="0" y="3460088"/>
        <a:ext cx="5175384" cy="692017"/>
      </dsp:txXfrm>
    </dsp:sp>
    <dsp:sp modelId="{285204C9-1746-4F19-9C95-80B91AC36176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7B97E-A30C-4803-B21F-7E064F5321B1}">
      <dsp:nvSpPr>
        <dsp:cNvPr id="0" name=""/>
        <dsp:cNvSpPr/>
      </dsp:nvSpPr>
      <dsp:spPr>
        <a:xfrm>
          <a:off x="0" y="4152105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7. Sales vs. profit growth</a:t>
          </a:r>
        </a:p>
      </dsp:txBody>
      <dsp:txXfrm>
        <a:off x="0" y="4152105"/>
        <a:ext cx="5175384" cy="692017"/>
      </dsp:txXfrm>
    </dsp:sp>
    <dsp:sp modelId="{8869F3AF-137C-43F3-A819-3AF2A8089FF2}">
      <dsp:nvSpPr>
        <dsp:cNvPr id="0" name=""/>
        <dsp:cNvSpPr/>
      </dsp:nvSpPr>
      <dsp:spPr>
        <a:xfrm>
          <a:off x="0" y="4844123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971DD-EF70-440E-A286-3FA49DD93B76}">
      <dsp:nvSpPr>
        <dsp:cNvPr id="0" name=""/>
        <dsp:cNvSpPr/>
      </dsp:nvSpPr>
      <dsp:spPr>
        <a:xfrm>
          <a:off x="0" y="4844123"/>
          <a:ext cx="5175384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8. High sales, low profit products</a:t>
          </a:r>
        </a:p>
      </dsp:txBody>
      <dsp:txXfrm>
        <a:off x="0" y="4844123"/>
        <a:ext cx="5175384" cy="692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BFA67-72EB-49A9-BCA4-0E0D3CB66909}">
      <dsp:nvSpPr>
        <dsp:cNvPr id="0" name=""/>
        <dsp:cNvSpPr/>
      </dsp:nvSpPr>
      <dsp:spPr>
        <a:xfrm>
          <a:off x="420047" y="2588"/>
          <a:ext cx="1975402" cy="11852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Strong Q4 spikes</a:t>
          </a:r>
        </a:p>
      </dsp:txBody>
      <dsp:txXfrm>
        <a:off x="420047" y="2588"/>
        <a:ext cx="1975402" cy="1185241"/>
      </dsp:txXfrm>
    </dsp:sp>
    <dsp:sp modelId="{D0741078-577B-4DC4-9668-CD7B69C9128F}">
      <dsp:nvSpPr>
        <dsp:cNvPr id="0" name=""/>
        <dsp:cNvSpPr/>
      </dsp:nvSpPr>
      <dsp:spPr>
        <a:xfrm>
          <a:off x="2592990" y="2588"/>
          <a:ext cx="1975402" cy="118524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Phones &amp; Chairs lead</a:t>
          </a:r>
        </a:p>
      </dsp:txBody>
      <dsp:txXfrm>
        <a:off x="2592990" y="2588"/>
        <a:ext cx="1975402" cy="1185241"/>
      </dsp:txXfrm>
    </dsp:sp>
    <dsp:sp modelId="{85371BC4-5B15-40A3-A600-27FBF6386AF2}">
      <dsp:nvSpPr>
        <dsp:cNvPr id="0" name=""/>
        <dsp:cNvSpPr/>
      </dsp:nvSpPr>
      <dsp:spPr>
        <a:xfrm>
          <a:off x="420047" y="1385370"/>
          <a:ext cx="1975402" cy="11852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Consumers dominate</a:t>
          </a:r>
        </a:p>
      </dsp:txBody>
      <dsp:txXfrm>
        <a:off x="420047" y="1385370"/>
        <a:ext cx="1975402" cy="1185241"/>
      </dsp:txXfrm>
    </dsp:sp>
    <dsp:sp modelId="{0A7EE794-1B85-4CA6-B4F2-B1A9C035100C}">
      <dsp:nvSpPr>
        <dsp:cNvPr id="0" name=""/>
        <dsp:cNvSpPr/>
      </dsp:nvSpPr>
      <dsp:spPr>
        <a:xfrm>
          <a:off x="2592990" y="1385370"/>
          <a:ext cx="1975402" cy="11852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High discount = low profit</a:t>
          </a:r>
        </a:p>
      </dsp:txBody>
      <dsp:txXfrm>
        <a:off x="2592990" y="1385370"/>
        <a:ext cx="1975402" cy="1185241"/>
      </dsp:txXfrm>
    </dsp:sp>
    <dsp:sp modelId="{DFA34FCE-C88D-4D83-9C87-56D73C6115ED}">
      <dsp:nvSpPr>
        <dsp:cNvPr id="0" name=""/>
        <dsp:cNvSpPr/>
      </dsp:nvSpPr>
      <dsp:spPr>
        <a:xfrm>
          <a:off x="420047" y="2768152"/>
          <a:ext cx="1975402" cy="11852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5. Faster shipping = satisfaction</a:t>
          </a:r>
        </a:p>
      </dsp:txBody>
      <dsp:txXfrm>
        <a:off x="420047" y="2768152"/>
        <a:ext cx="1975402" cy="1185241"/>
      </dsp:txXfrm>
    </dsp:sp>
    <dsp:sp modelId="{0D59FA84-ACC1-4F2C-9DC7-76290A802C7C}">
      <dsp:nvSpPr>
        <dsp:cNvPr id="0" name=""/>
        <dsp:cNvSpPr/>
      </dsp:nvSpPr>
      <dsp:spPr>
        <a:xfrm>
          <a:off x="2592990" y="2768152"/>
          <a:ext cx="1975402" cy="11852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6. West &amp; East regions strong</a:t>
          </a:r>
        </a:p>
      </dsp:txBody>
      <dsp:txXfrm>
        <a:off x="2592990" y="2768152"/>
        <a:ext cx="1975402" cy="1185241"/>
      </dsp:txXfrm>
    </dsp:sp>
    <dsp:sp modelId="{C39ECE88-0A87-4970-AD28-911154E821DE}">
      <dsp:nvSpPr>
        <dsp:cNvPr id="0" name=""/>
        <dsp:cNvSpPr/>
      </dsp:nvSpPr>
      <dsp:spPr>
        <a:xfrm>
          <a:off x="420047" y="4150934"/>
          <a:ext cx="1975402" cy="118524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7. Sales and profit grow steadily</a:t>
          </a:r>
        </a:p>
      </dsp:txBody>
      <dsp:txXfrm>
        <a:off x="420047" y="4150934"/>
        <a:ext cx="1975402" cy="1185241"/>
      </dsp:txXfrm>
    </dsp:sp>
    <dsp:sp modelId="{A73FCE92-A8DF-4C49-ACD6-469DC6F3150D}">
      <dsp:nvSpPr>
        <dsp:cNvPr id="0" name=""/>
        <dsp:cNvSpPr/>
      </dsp:nvSpPr>
      <dsp:spPr>
        <a:xfrm>
          <a:off x="2592990" y="4150934"/>
          <a:ext cx="1975402" cy="11852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8. Canon copiers low profitability</a:t>
          </a:r>
        </a:p>
      </dsp:txBody>
      <dsp:txXfrm>
        <a:off x="2592990" y="4150934"/>
        <a:ext cx="1975402" cy="1185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IN" sz="4700"/>
              <a:t>Ecommerce Sales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t>Data Analysis | Tools: Python, Excel</a:t>
            </a:r>
            <a:endParaRPr lang="en-IN"/>
          </a:p>
          <a:p>
            <a:pPr algn="l">
              <a:lnSpc>
                <a:spcPct val="90000"/>
              </a:lnSpc>
            </a:pPr>
            <a:r>
              <a:t>Dataset: 2014–2017</a:t>
            </a:r>
            <a:endParaRPr lang="en-IN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DFCBA8E0-FDEB-97D6-7221-1379C866D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0" r="26125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Objective of This Project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571B86-26EA-749B-7DC7-66E0D1F43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90005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Business Questions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71A69F-98EB-E0FA-2E9C-437D36F81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10319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Insights &amp; Key Findings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A438C20-738B-C44E-1250-FFDE8F3CC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65168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2600"/>
              <a:t>Conclusion &amp; Recommendations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sz="1900"/>
              <a:t>- Maximize Q4 promotions</a:t>
            </a:r>
          </a:p>
          <a:p>
            <a:r>
              <a:rPr sz="1900"/>
              <a:t>- Reassess low-profit products</a:t>
            </a:r>
          </a:p>
          <a:p>
            <a:r>
              <a:rPr sz="1900"/>
              <a:t>- Moderate discounting (10–30%)</a:t>
            </a:r>
          </a:p>
          <a:p>
            <a:r>
              <a:rPr sz="1900"/>
              <a:t>- Improve shipping speed</a:t>
            </a:r>
          </a:p>
          <a:p>
            <a:r>
              <a:rPr sz="1900"/>
              <a:t>- Expand into weaker regions</a:t>
            </a:r>
          </a:p>
          <a:p>
            <a:r>
              <a:rPr sz="1900"/>
              <a:t>- Personalize consumer offers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177</Words>
  <Application>Microsoft Office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Ecommerce Sales Analysis Project</vt:lpstr>
      <vt:lpstr>Objective of This Project</vt:lpstr>
      <vt:lpstr>Business Questions</vt:lpstr>
      <vt:lpstr>Insights &amp; Key Findings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Dharmesh Parmar</cp:lastModifiedBy>
  <cp:revision>1</cp:revision>
  <dcterms:created xsi:type="dcterms:W3CDTF">2013-01-27T09:14:16Z</dcterms:created>
  <dcterms:modified xsi:type="dcterms:W3CDTF">2025-12-03T10:17:47Z</dcterms:modified>
  <cp:category/>
</cp:coreProperties>
</file>